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2" r:id="rId7"/>
    <p:sldId id="261" r:id="rId8"/>
    <p:sldId id="260" r:id="rId9"/>
    <p:sldId id="264" r:id="rId10"/>
    <p:sldId id="265" r:id="rId11"/>
    <p:sldId id="269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94412-D897-4654-923B-AC5C0423D7F3}" v="167" dt="2026-08-15T14:23:56.12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HWARUP BISWAS" userId="b1b10b90cd7ae38c" providerId="LiveId" clId="{BE17FBC0-7DD6-4654-983B-69437D6DE70B}"/>
    <pc:docChg chg="custSel modSld">
      <pc:chgData name="BISHWARUP BISWAS" userId="b1b10b90cd7ae38c" providerId="LiveId" clId="{BE17FBC0-7DD6-4654-983B-69437D6DE70B}" dt="2026-08-15T14:23:56.125" v="158" actId="12"/>
      <pc:docMkLst>
        <pc:docMk/>
      </pc:docMkLst>
      <pc:sldChg chg="modSp mod">
        <pc:chgData name="BISHWARUP BISWAS" userId="b1b10b90cd7ae38c" providerId="LiveId" clId="{BE17FBC0-7DD6-4654-983B-69437D6DE70B}" dt="2026-08-15T14:21:35.083" v="153" actId="20577"/>
        <pc:sldMkLst>
          <pc:docMk/>
          <pc:sldMk cId="0" sldId="258"/>
        </pc:sldMkLst>
        <pc:spChg chg="mod">
          <ac:chgData name="BISHWARUP BISWAS" userId="b1b10b90cd7ae38c" providerId="LiveId" clId="{BE17FBC0-7DD6-4654-983B-69437D6DE70B}" dt="2026-08-15T14:21:35.083" v="153" actId="20577"/>
          <ac:spMkLst>
            <pc:docMk/>
            <pc:sldMk cId="0" sldId="258"/>
            <ac:spMk id="25" creationId="{00000000-0000-0000-0000-000000000000}"/>
          </ac:spMkLst>
        </pc:spChg>
      </pc:sldChg>
      <pc:sldChg chg="addSp delSp modSp mod">
        <pc:chgData name="BISHWARUP BISWAS" userId="b1b10b90cd7ae38c" providerId="LiveId" clId="{BE17FBC0-7DD6-4654-983B-69437D6DE70B}" dt="2026-08-15T14:23:56.125" v="158" actId="12"/>
        <pc:sldMkLst>
          <pc:docMk/>
          <pc:sldMk cId="0" sldId="261"/>
        </pc:sldMkLst>
        <pc:spChg chg="del">
          <ac:chgData name="BISHWARUP BISWAS" userId="b1b10b90cd7ae38c" providerId="LiveId" clId="{BE17FBC0-7DD6-4654-983B-69437D6DE70B}" dt="2026-08-15T14:22:33.817" v="154" actId="478"/>
          <ac:spMkLst>
            <pc:docMk/>
            <pc:sldMk cId="0" sldId="261"/>
            <ac:spMk id="35" creationId="{00000000-0000-0000-0000-000000000000}"/>
          </ac:spMkLst>
        </pc:spChg>
        <pc:spChg chg="add">
          <ac:chgData name="BISHWARUP BISWAS" userId="b1b10b90cd7ae38c" providerId="LiveId" clId="{BE17FBC0-7DD6-4654-983B-69437D6DE70B}" dt="2026-08-15T14:22:34.507" v="155" actId="22"/>
          <ac:spMkLst>
            <pc:docMk/>
            <pc:sldMk cId="0" sldId="261"/>
            <ac:spMk id="42" creationId="{9D2AE154-835B-F95F-8C2F-F308FE19D31D}"/>
          </ac:spMkLst>
        </pc:spChg>
        <pc:graphicFrameChg chg="mod">
          <ac:chgData name="BISHWARUP BISWAS" userId="b1b10b90cd7ae38c" providerId="LiveId" clId="{BE17FBC0-7DD6-4654-983B-69437D6DE70B}" dt="2026-08-15T14:23:56.125" v="158" actId="12"/>
          <ac:graphicFrameMkLst>
            <pc:docMk/>
            <pc:sldMk cId="0" sldId="261"/>
            <ac:graphicFrameMk id="40" creationId="{C1655505-2504-659F-2663-57714FE63B96}"/>
          </ac:graphicFrameMkLst>
        </pc:graphicFrameChg>
      </pc:sldChg>
      <pc:sldChg chg="delSp mod">
        <pc:chgData name="BISHWARUP BISWAS" userId="b1b10b90cd7ae38c" providerId="LiveId" clId="{BE17FBC0-7DD6-4654-983B-69437D6DE70B}" dt="2026-08-15T14:23:16.776" v="157" actId="478"/>
        <pc:sldMkLst>
          <pc:docMk/>
          <pc:sldMk cId="0" sldId="268"/>
        </pc:sldMkLst>
        <pc:spChg chg="del">
          <ac:chgData name="BISHWARUP BISWAS" userId="b1b10b90cd7ae38c" providerId="LiveId" clId="{BE17FBC0-7DD6-4654-983B-69437D6DE70B}" dt="2026-08-15T14:23:06.237" v="156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BISHWARUP BISWAS" userId="b1b10b90cd7ae38c" providerId="LiveId" clId="{BE17FBC0-7DD6-4654-983B-69437D6DE70B}" dt="2026-08-15T14:23:16.776" v="157" actId="478"/>
          <ac:spMkLst>
            <pc:docMk/>
            <pc:sldMk cId="0" sldId="268"/>
            <ac:spMk id="3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D683D3-0918-4DD5-B742-1E8F164F74D0}" type="doc">
      <dgm:prSet loTypeId="urn:microsoft.com/office/officeart/2005/8/layout/process3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963188B-8479-4D96-B2AE-15464E93EA80}">
      <dgm:prSet phldrT="[Text]"/>
      <dgm:spPr>
        <a:solidFill>
          <a:srgbClr val="C00000"/>
        </a:solidFill>
        <a:ln>
          <a:solidFill>
            <a:schemeClr val="tx1"/>
          </a:solidFill>
        </a:ln>
      </dgm:spPr>
      <dgm:t>
        <a:bodyPr/>
        <a:lstStyle/>
        <a:p>
          <a:pPr algn="l">
            <a:buNone/>
          </a:pPr>
          <a:r>
            <a:rPr lang="en-US" b="1" dirty="0">
              <a:latin typeface="Arial" pitchFamily="34" charset="0"/>
              <a:ea typeface="Arial" pitchFamily="34" charset="-122"/>
              <a:cs typeface="Arial" pitchFamily="34" charset="-120"/>
            </a:rPr>
            <a:t>Ingest Data</a:t>
          </a:r>
          <a:endParaRPr lang="en-US" dirty="0">
            <a:latin typeface="Arial" pitchFamily="34" charset="0"/>
            <a:ea typeface="Arial" pitchFamily="34" charset="-122"/>
            <a:cs typeface="Arial" pitchFamily="34" charset="-120"/>
          </a:endParaRPr>
        </a:p>
      </dgm:t>
    </dgm:pt>
    <dgm:pt modelId="{D0591DF2-A14D-47D2-83FF-3D5A5B89EBFE}" type="parTrans" cxnId="{546217EC-A2CC-4AE5-AF0E-576B0ED91A48}">
      <dgm:prSet/>
      <dgm:spPr/>
      <dgm:t>
        <a:bodyPr/>
        <a:lstStyle/>
        <a:p>
          <a:endParaRPr lang="en-IN"/>
        </a:p>
      </dgm:t>
    </dgm:pt>
    <dgm:pt modelId="{8CF29654-D248-40A8-9A25-0419ECF39A02}" type="sibTrans" cxnId="{546217EC-A2CC-4AE5-AF0E-576B0ED91A48}">
      <dgm:prSet phldrT="1" phldr="0"/>
      <dgm:spPr>
        <a:solidFill>
          <a:schemeClr val="tx1"/>
        </a:solidFill>
      </dgm:spPr>
      <dgm:t>
        <a:bodyPr/>
        <a:lstStyle/>
        <a:p>
          <a:r>
            <a:rPr lang="en-IN" dirty="0"/>
            <a:t>1</a:t>
          </a:r>
        </a:p>
      </dgm:t>
    </dgm:pt>
    <dgm:pt modelId="{9685DCBC-CDD2-4BB6-A80C-2C8A34443AA4}">
      <dgm:prSet phldrT="[Text]" custT="1"/>
      <dgm:spPr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71120" tIns="71120" rIns="71120" bIns="38100" numCol="1" spcCol="1270" anchor="t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Bin &amp; Rank</a:t>
          </a:r>
          <a:endParaRPr lang="en-IN" sz="1000" b="1" kern="1200" dirty="0">
            <a:solidFill>
              <a:prstClr val="white"/>
            </a:solidFill>
            <a:latin typeface="Arial" pitchFamily="34" charset="0"/>
            <a:ea typeface="Arial" pitchFamily="34" charset="-122"/>
            <a:cs typeface="Arial" pitchFamily="34" charset="-120"/>
          </a:endParaRPr>
        </a:p>
      </dgm:t>
    </dgm:pt>
    <dgm:pt modelId="{7D96D72F-295B-4B45-BC08-C5DB00DD843A}" type="parTrans" cxnId="{2474F1E3-6800-45CE-B2C3-F80F18FA7BF4}">
      <dgm:prSet/>
      <dgm:spPr/>
      <dgm:t>
        <a:bodyPr/>
        <a:lstStyle/>
        <a:p>
          <a:endParaRPr lang="en-IN"/>
        </a:p>
      </dgm:t>
    </dgm:pt>
    <dgm:pt modelId="{DB6118EF-E266-4739-9DF8-AF7139045B7B}" type="sibTrans" cxnId="{2474F1E3-6800-45CE-B2C3-F80F18FA7BF4}">
      <dgm:prSet phldrT="2" phldr="0" custT="1"/>
      <dgm:spPr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2</a:t>
          </a:r>
        </a:p>
      </dgm:t>
    </dgm:pt>
    <dgm:pt modelId="{6563587A-CA1B-42E6-A967-C77DBEA6CAF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Bin features (Naive or Optimal)</a:t>
          </a:r>
          <a:endParaRPr lang="en-IN" dirty="0"/>
        </a:p>
      </dgm:t>
    </dgm:pt>
    <dgm:pt modelId="{BF1344CD-3D9B-42AA-B2A6-69E052D9E286}" type="parTrans" cxnId="{68D24B14-7A85-4716-9783-334DC99BB413}">
      <dgm:prSet/>
      <dgm:spPr/>
      <dgm:t>
        <a:bodyPr/>
        <a:lstStyle/>
        <a:p>
          <a:endParaRPr lang="en-IN"/>
        </a:p>
      </dgm:t>
    </dgm:pt>
    <dgm:pt modelId="{8F46CFE2-3B55-4072-AE8A-140660C8730E}" type="sibTrans" cxnId="{68D24B14-7A85-4716-9783-334DC99BB413}">
      <dgm:prSet/>
      <dgm:spPr/>
      <dgm:t>
        <a:bodyPr/>
        <a:lstStyle/>
        <a:p>
          <a:endParaRPr lang="en-IN"/>
        </a:p>
      </dgm:t>
    </dgm:pt>
    <dgm:pt modelId="{31EE4815-7D5C-49C3-8129-A0BA413A7569}">
      <dgm:prSet phldrT="[Text]" custT="1"/>
      <dgm:spPr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71120" tIns="71120" rIns="71120" bIns="38100" numCol="1" spcCol="1270" anchor="t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1 / 2 / 3-way</a:t>
          </a:r>
          <a:endParaRPr lang="en-IN" sz="1000" b="1" kern="1200" dirty="0">
            <a:solidFill>
              <a:prstClr val="white"/>
            </a:solidFill>
            <a:latin typeface="Arial" pitchFamily="34" charset="0"/>
            <a:ea typeface="Arial" pitchFamily="34" charset="-122"/>
            <a:cs typeface="Arial" pitchFamily="34" charset="-120"/>
          </a:endParaRPr>
        </a:p>
      </dgm:t>
    </dgm:pt>
    <dgm:pt modelId="{B2178542-384F-42C9-901F-255A3DE9D77B}" type="parTrans" cxnId="{01E01579-012E-449D-8378-7166913D00E7}">
      <dgm:prSet/>
      <dgm:spPr/>
      <dgm:t>
        <a:bodyPr/>
        <a:lstStyle/>
        <a:p>
          <a:endParaRPr lang="en-IN"/>
        </a:p>
      </dgm:t>
    </dgm:pt>
    <dgm:pt modelId="{FAAEAD50-5406-4A31-89E6-92CDA9FFA572}" type="sibTrans" cxnId="{01E01579-012E-449D-8378-7166913D00E7}">
      <dgm:prSet phldrT="3" phldr="0" custT="1"/>
      <dgm:spPr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</a:t>
          </a:r>
        </a:p>
      </dgm:t>
    </dgm:pt>
    <dgm:pt modelId="{BB4E90F6-3286-4542-8D74-F453B633F18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Apriori-style search</a:t>
          </a:r>
          <a:endParaRPr lang="en-IN" dirty="0"/>
        </a:p>
      </dgm:t>
    </dgm:pt>
    <dgm:pt modelId="{196AAAAF-02A5-4181-91D8-16419CF17861}" type="parTrans" cxnId="{99164ED4-FDEB-4F86-B914-A36B02181135}">
      <dgm:prSet/>
      <dgm:spPr/>
      <dgm:t>
        <a:bodyPr/>
        <a:lstStyle/>
        <a:p>
          <a:endParaRPr lang="en-IN"/>
        </a:p>
      </dgm:t>
    </dgm:pt>
    <dgm:pt modelId="{386FF09F-73FF-4502-939F-0D3CA9A83A14}" type="sibTrans" cxnId="{99164ED4-FDEB-4F86-B914-A36B02181135}">
      <dgm:prSet/>
      <dgm:spPr/>
      <dgm:t>
        <a:bodyPr/>
        <a:lstStyle/>
        <a:p>
          <a:endParaRPr lang="en-IN"/>
        </a:p>
      </dgm:t>
    </dgm:pt>
    <dgm:pt modelId="{270D558A-DEA5-4202-8E02-BD0FEA628CC7}">
      <dgm:prSet/>
      <dgm:spPr/>
      <dgm:t>
        <a:bodyPr/>
        <a:lstStyle/>
        <a:p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Rank by IV or Response Rate</a:t>
          </a:r>
          <a:endParaRPr lang="en-US" dirty="0"/>
        </a:p>
      </dgm:t>
    </dgm:pt>
    <dgm:pt modelId="{8E25506D-777D-4194-A1E4-A11E362C0A16}" type="parTrans" cxnId="{E3B2A00A-E841-4CD2-93DB-B9A883CD3CF8}">
      <dgm:prSet/>
      <dgm:spPr/>
      <dgm:t>
        <a:bodyPr/>
        <a:lstStyle/>
        <a:p>
          <a:endParaRPr lang="en-IN"/>
        </a:p>
      </dgm:t>
    </dgm:pt>
    <dgm:pt modelId="{BF3A769D-1467-4A42-8E4A-73B3ED1BB074}" type="sibTrans" cxnId="{E3B2A00A-E841-4CD2-93DB-B9A883CD3CF8}">
      <dgm:prSet/>
      <dgm:spPr/>
      <dgm:t>
        <a:bodyPr/>
        <a:lstStyle/>
        <a:p>
          <a:endParaRPr lang="en-IN"/>
        </a:p>
      </dgm:t>
    </dgm:pt>
    <dgm:pt modelId="{15E7E3F8-C398-438A-BF55-3C4FCDF19396}">
      <dgm:prSet/>
      <dgm:spPr/>
      <dgm:t>
        <a:bodyPr/>
        <a:lstStyle/>
        <a:p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Keep top-N variables</a:t>
          </a:r>
          <a:endParaRPr lang="en-US" dirty="0"/>
        </a:p>
      </dgm:t>
    </dgm:pt>
    <dgm:pt modelId="{4405E40B-81A1-4739-8DFB-7C839E6ECB6E}" type="parTrans" cxnId="{E4F8205E-1DF4-47FA-9A87-2D241FFB564A}">
      <dgm:prSet/>
      <dgm:spPr/>
      <dgm:t>
        <a:bodyPr/>
        <a:lstStyle/>
        <a:p>
          <a:endParaRPr lang="en-IN"/>
        </a:p>
      </dgm:t>
    </dgm:pt>
    <dgm:pt modelId="{4BBBF7C1-7737-48F1-BEE5-4CB85A58F200}" type="sibTrans" cxnId="{E4F8205E-1DF4-47FA-9A87-2D241FFB564A}">
      <dgm:prSet/>
      <dgm:spPr/>
      <dgm:t>
        <a:bodyPr/>
        <a:lstStyle/>
        <a:p>
          <a:endParaRPr lang="en-IN"/>
        </a:p>
      </dgm:t>
    </dgm:pt>
    <dgm:pt modelId="{484C1966-279B-4540-987C-F07FC3A9CA5A}">
      <dgm:prSet/>
      <dgm:spPr/>
      <dgm:t>
        <a:bodyPr/>
        <a:lstStyle/>
        <a:p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Build interaction rules</a:t>
          </a:r>
          <a:endParaRPr lang="en-US" dirty="0"/>
        </a:p>
      </dgm:t>
    </dgm:pt>
    <dgm:pt modelId="{C6505085-0382-4568-A3AA-BCEC02E63990}" type="parTrans" cxnId="{9021B3D2-1E7A-4DED-BFDB-F89F2CC0015C}">
      <dgm:prSet/>
      <dgm:spPr/>
      <dgm:t>
        <a:bodyPr/>
        <a:lstStyle/>
        <a:p>
          <a:endParaRPr lang="en-IN"/>
        </a:p>
      </dgm:t>
    </dgm:pt>
    <dgm:pt modelId="{CF3AA15A-28F7-4308-B309-DB1242203CD8}" type="sibTrans" cxnId="{9021B3D2-1E7A-4DED-BFDB-F89F2CC0015C}">
      <dgm:prSet/>
      <dgm:spPr/>
      <dgm:t>
        <a:bodyPr/>
        <a:lstStyle/>
        <a:p>
          <a:endParaRPr lang="en-IN"/>
        </a:p>
      </dgm:t>
    </dgm:pt>
    <dgm:pt modelId="{11C8BD3D-6A51-4B74-8CB4-293F06936B7C}">
      <dgm:prSet/>
      <dgm:spPr/>
      <dgm:t>
        <a:bodyPr/>
        <a:lstStyle/>
        <a:p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Prune weak candidates early</a:t>
          </a:r>
          <a:endParaRPr lang="en-US" dirty="0"/>
        </a:p>
      </dgm:t>
    </dgm:pt>
    <dgm:pt modelId="{84731A56-8165-42AC-973F-0DB5F2F2DDB9}" type="parTrans" cxnId="{DF8A1332-DEEA-4481-A725-9192EF9B9C77}">
      <dgm:prSet/>
      <dgm:spPr/>
      <dgm:t>
        <a:bodyPr/>
        <a:lstStyle/>
        <a:p>
          <a:endParaRPr lang="en-IN"/>
        </a:p>
      </dgm:t>
    </dgm:pt>
    <dgm:pt modelId="{1DF1CC00-D9A9-4453-862D-8FD789220B1C}" type="sibTrans" cxnId="{DF8A1332-DEEA-4481-A725-9192EF9B9C77}">
      <dgm:prSet/>
      <dgm:spPr/>
      <dgm:t>
        <a:bodyPr/>
        <a:lstStyle/>
        <a:p>
          <a:endParaRPr lang="en-IN"/>
        </a:p>
      </dgm:t>
    </dgm:pt>
    <dgm:pt modelId="{92716B03-EB66-4274-9DD6-69F6ACAC52EF}">
      <dgm:prSet/>
      <dgm:spPr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71120" tIns="71120" rIns="71120" bIns="38100" numCol="1" spcCol="1270" anchor="t" anchorCtr="0"/>
        <a:lstStyle/>
        <a:p>
          <a:pPr>
            <a:buNone/>
          </a:pPr>
          <a:r>
            <a:rPr lang="en-US" b="1" dirty="0">
              <a:latin typeface="Arial" pitchFamily="34" charset="0"/>
              <a:ea typeface="Arial" pitchFamily="34" charset="-122"/>
              <a:cs typeface="Arial" pitchFamily="34" charset="-120"/>
            </a:rPr>
            <a:t>Mine Rules</a:t>
          </a:r>
          <a:endParaRPr lang="en-US" dirty="0"/>
        </a:p>
      </dgm:t>
    </dgm:pt>
    <dgm:pt modelId="{228F0FF5-258E-4077-881E-629AE675AE78}" type="parTrans" cxnId="{C531D0F3-7A66-4B1C-85C0-9F975AA91A06}">
      <dgm:prSet/>
      <dgm:spPr/>
      <dgm:t>
        <a:bodyPr/>
        <a:lstStyle/>
        <a:p>
          <a:endParaRPr lang="en-IN"/>
        </a:p>
      </dgm:t>
    </dgm:pt>
    <dgm:pt modelId="{4AEF6EFA-C8D6-423C-A8DE-7FFCC2E672A3}" type="sibTrans" cxnId="{C531D0F3-7A66-4B1C-85C0-9F975AA91A06}">
      <dgm:prSet phldrT="4" phldr="0" custT="1"/>
      <dgm:spPr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</a:t>
          </a:r>
        </a:p>
      </dgm:t>
    </dgm:pt>
    <dgm:pt modelId="{556BD807-8A7A-466C-AA82-E9CB1D72C7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Rank by user sort priority</a:t>
          </a:r>
          <a:endParaRPr lang="en-US" dirty="0"/>
        </a:p>
      </dgm:t>
    </dgm:pt>
    <dgm:pt modelId="{A539FE3C-46FC-49E8-B716-2D6E9032F151}" type="parTrans" cxnId="{319E7849-95A7-4BD2-A286-68217634C99B}">
      <dgm:prSet/>
      <dgm:spPr/>
      <dgm:t>
        <a:bodyPr/>
        <a:lstStyle/>
        <a:p>
          <a:endParaRPr lang="en-IN"/>
        </a:p>
      </dgm:t>
    </dgm:pt>
    <dgm:pt modelId="{BB21221E-BE68-40E6-B042-797CAAC20A39}" type="sibTrans" cxnId="{319E7849-95A7-4BD2-A286-68217634C99B}">
      <dgm:prSet/>
      <dgm:spPr/>
      <dgm:t>
        <a:bodyPr/>
        <a:lstStyle/>
        <a:p>
          <a:endParaRPr lang="en-IN"/>
        </a:p>
      </dgm:t>
    </dgm:pt>
    <dgm:pt modelId="{25942FD5-FC1D-4BB4-9247-44C0638157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(lift → response → count)</a:t>
          </a:r>
          <a:endParaRPr lang="en-US" dirty="0"/>
        </a:p>
      </dgm:t>
    </dgm:pt>
    <dgm:pt modelId="{5C46DDB2-5073-463A-8EBC-01E5C0A93343}" type="parTrans" cxnId="{06414718-A5B8-4D83-9E16-EA3937295DF1}">
      <dgm:prSet/>
      <dgm:spPr/>
      <dgm:t>
        <a:bodyPr/>
        <a:lstStyle/>
        <a:p>
          <a:endParaRPr lang="en-IN"/>
        </a:p>
      </dgm:t>
    </dgm:pt>
    <dgm:pt modelId="{9036D65B-E107-441F-8E22-2BD0182D4103}" type="sibTrans" cxnId="{06414718-A5B8-4D83-9E16-EA3937295DF1}">
      <dgm:prSet/>
      <dgm:spPr/>
      <dgm:t>
        <a:bodyPr/>
        <a:lstStyle/>
        <a:p>
          <a:endParaRPr lang="en-IN"/>
        </a:p>
      </dgm:t>
    </dgm:pt>
    <dgm:pt modelId="{FB035C1C-7506-4BE6-9159-4191515EF6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Optional adjacent-bin merge</a:t>
          </a:r>
          <a:endParaRPr lang="en-US" dirty="0"/>
        </a:p>
      </dgm:t>
    </dgm:pt>
    <dgm:pt modelId="{8F4A0AF6-EE8F-41D0-94F9-3D58490D3CC0}" type="parTrans" cxnId="{195BDDE5-D7EB-4046-9DCB-073DF3BE73ED}">
      <dgm:prSet/>
      <dgm:spPr/>
      <dgm:t>
        <a:bodyPr/>
        <a:lstStyle/>
        <a:p>
          <a:endParaRPr lang="en-IN"/>
        </a:p>
      </dgm:t>
    </dgm:pt>
    <dgm:pt modelId="{9E5E296E-F3AE-4A42-A5FC-CF73A73721C4}" type="sibTrans" cxnId="{195BDDE5-D7EB-4046-9DCB-073DF3BE73ED}">
      <dgm:prSet/>
      <dgm:spPr/>
      <dgm:t>
        <a:bodyPr/>
        <a:lstStyle/>
        <a:p>
          <a:endParaRPr lang="en-IN"/>
        </a:p>
      </dgm:t>
    </dgm:pt>
    <dgm:pt modelId="{0BC3C352-9F31-43A5-A80B-FEC49D129C78}">
      <dgm:prSet custT="1"/>
      <dgm:spPr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71120" tIns="71120" rIns="71120" bIns="38100" numCol="1" spcCol="1270" anchor="t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Iterate on Residual</a:t>
          </a:r>
        </a:p>
      </dgm:t>
    </dgm:pt>
    <dgm:pt modelId="{F0293C90-FFA3-4CC8-AD5E-03A8FFCC7D1B}" type="parTrans" cxnId="{CD31ED6C-C29C-4E7E-AF43-0C3AF3E2B758}">
      <dgm:prSet/>
      <dgm:spPr/>
      <dgm:t>
        <a:bodyPr/>
        <a:lstStyle/>
        <a:p>
          <a:endParaRPr lang="en-IN"/>
        </a:p>
      </dgm:t>
    </dgm:pt>
    <dgm:pt modelId="{C1F24CB9-EE3D-40B8-A201-694CB3431BFF}" type="sibTrans" cxnId="{CD31ED6C-C29C-4E7E-AF43-0C3AF3E2B758}">
      <dgm:prSet phldrT="5" phldr="0" custT="1"/>
      <dgm:spPr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5</a:t>
          </a:r>
        </a:p>
      </dgm:t>
    </dgm:pt>
    <dgm:pt modelId="{BEDA5F67-C500-4C76-A7EB-47559DDF461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latin typeface="Arial" pitchFamily="34" charset="0"/>
              <a:ea typeface="Arial" pitchFamily="34" charset="-122"/>
              <a:cs typeface="Arial" pitchFamily="34" charset="-120"/>
            </a:rPr>
            <a:t>Apply hard constraints</a:t>
          </a:r>
          <a:br>
            <a:rPr lang="en-US" sz="1100" dirty="0">
              <a:latin typeface="Arial" pitchFamily="34" charset="0"/>
              <a:ea typeface="Arial" pitchFamily="34" charset="-122"/>
              <a:cs typeface="Arial" pitchFamily="34" charset="-120"/>
            </a:rPr>
          </a:br>
          <a:r>
            <a:rPr lang="en-US" sz="900" dirty="0">
              <a:latin typeface="Arial" pitchFamily="34" charset="0"/>
              <a:ea typeface="Arial" pitchFamily="34" charset="-122"/>
              <a:cs typeface="Arial" pitchFamily="34" charset="-120"/>
            </a:rPr>
            <a:t>(min lift · min events · min size)</a:t>
          </a:r>
          <a:endParaRPr lang="en-US" sz="900" dirty="0"/>
        </a:p>
      </dgm:t>
    </dgm:pt>
    <dgm:pt modelId="{60637789-6066-408D-AE99-0EA0343FD12D}" type="parTrans" cxnId="{8F7DFC2B-E450-4BC3-ABFC-6EAFF0ED5676}">
      <dgm:prSet/>
      <dgm:spPr/>
      <dgm:t>
        <a:bodyPr/>
        <a:lstStyle/>
        <a:p>
          <a:endParaRPr lang="en-IN"/>
        </a:p>
      </dgm:t>
    </dgm:pt>
    <dgm:pt modelId="{DCE02061-B607-40BC-86FC-ACB89EBC051E}" type="sibTrans" cxnId="{8F7DFC2B-E450-4BC3-ABFC-6EAFF0ED5676}">
      <dgm:prSet/>
      <dgm:spPr/>
      <dgm:t>
        <a:bodyPr/>
        <a:lstStyle/>
        <a:p>
          <a:endParaRPr lang="en-IN"/>
        </a:p>
      </dgm:t>
    </dgm:pt>
    <dgm:pt modelId="{DAC57EB6-F938-4917-941D-E22E465F71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latin typeface="Arial" pitchFamily="34" charset="0"/>
              <a:ea typeface="Arial" pitchFamily="34" charset="-122"/>
              <a:cs typeface="Arial" pitchFamily="34" charset="-120"/>
            </a:rPr>
            <a:t>Repeat until no valid rule left</a:t>
          </a:r>
          <a:endParaRPr lang="en-US" sz="1100" dirty="0"/>
        </a:p>
      </dgm:t>
    </dgm:pt>
    <dgm:pt modelId="{55D1A6D4-B7DC-460D-B11A-AFAACE81A51E}" type="parTrans" cxnId="{D4ADE4DC-78B5-433F-992E-285AC2E900CD}">
      <dgm:prSet/>
      <dgm:spPr/>
      <dgm:t>
        <a:bodyPr/>
        <a:lstStyle/>
        <a:p>
          <a:endParaRPr lang="en-IN"/>
        </a:p>
      </dgm:t>
    </dgm:pt>
    <dgm:pt modelId="{3AD5B4CD-2345-4118-AD68-EA90BFE231BA}" type="sibTrans" cxnId="{D4ADE4DC-78B5-433F-992E-285AC2E900CD}">
      <dgm:prSet/>
      <dgm:spPr/>
      <dgm:t>
        <a:bodyPr/>
        <a:lstStyle/>
        <a:p>
          <a:endParaRPr lang="en-IN"/>
        </a:p>
      </dgm:t>
    </dgm:pt>
    <dgm:pt modelId="{CB90230F-7DD5-4795-A350-67C397FA7F19}">
      <dgm:prSet custT="1"/>
      <dgm:spPr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71120" tIns="71120" rIns="71120" bIns="38100" numCol="1" spcCol="1270" anchor="t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Segment Summary</a:t>
          </a:r>
        </a:p>
      </dgm:t>
    </dgm:pt>
    <dgm:pt modelId="{6374DE1E-AFB6-4ACE-846B-7FFC817B59C5}" type="parTrans" cxnId="{A11E2682-2359-444D-96FC-5B530A781AEB}">
      <dgm:prSet/>
      <dgm:spPr/>
      <dgm:t>
        <a:bodyPr/>
        <a:lstStyle/>
        <a:p>
          <a:endParaRPr lang="en-IN"/>
        </a:p>
      </dgm:t>
    </dgm:pt>
    <dgm:pt modelId="{7274832B-5F7C-4A74-B8AD-81293DA2BE68}" type="sibTrans" cxnId="{A11E2682-2359-444D-96FC-5B530A781AEB}">
      <dgm:prSet phldrT="6" phldr="0"/>
      <dgm:spPr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0" tIns="0" rIns="0" bIns="0" numCol="1" spcCol="1270" anchor="ctr" anchorCtr="0"/>
        <a:lstStyle/>
        <a:p>
          <a:r>
            <a:rPr lang="en-IN" dirty="0"/>
            <a:t>6</a:t>
          </a:r>
        </a:p>
      </dgm:t>
    </dgm:pt>
    <dgm:pt modelId="{AB6EB3A4-807E-430A-A2A6-B37EB5DBE60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Pure ANSI SQL filters</a:t>
          </a:r>
          <a:endParaRPr lang="en-US" dirty="0"/>
        </a:p>
      </dgm:t>
    </dgm:pt>
    <dgm:pt modelId="{7840DF43-A2E5-4BED-8B80-DF80558A48B9}" type="parTrans" cxnId="{D6F3A762-EB7B-4CCE-B8E1-44EAFA752427}">
      <dgm:prSet/>
      <dgm:spPr/>
      <dgm:t>
        <a:bodyPr/>
        <a:lstStyle/>
        <a:p>
          <a:endParaRPr lang="en-IN"/>
        </a:p>
      </dgm:t>
    </dgm:pt>
    <dgm:pt modelId="{E61F0A5B-FABB-418E-9307-6582BE2BA32A}" type="sibTrans" cxnId="{D6F3A762-EB7B-4CCE-B8E1-44EAFA752427}">
      <dgm:prSet/>
      <dgm:spPr/>
      <dgm:t>
        <a:bodyPr/>
        <a:lstStyle/>
        <a:p>
          <a:endParaRPr lang="en-IN"/>
        </a:p>
      </dgm:t>
    </dgm:pt>
    <dgm:pt modelId="{F29D4A81-AC3D-451B-BF2F-BEB115A62B6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Lift · rate · capture · cumulative capture</a:t>
          </a:r>
          <a:endParaRPr lang="en-US" dirty="0"/>
        </a:p>
      </dgm:t>
    </dgm:pt>
    <dgm:pt modelId="{56007033-095A-4ECA-8261-33B5F2921DEF}" type="parTrans" cxnId="{1745E0B9-EAC8-42A5-83A1-57D36E17BDC3}">
      <dgm:prSet/>
      <dgm:spPr/>
      <dgm:t>
        <a:bodyPr/>
        <a:lstStyle/>
        <a:p>
          <a:endParaRPr lang="en-IN"/>
        </a:p>
      </dgm:t>
    </dgm:pt>
    <dgm:pt modelId="{A7E57097-3545-4FE8-9E5E-8DAF4F4E68E7}" type="sibTrans" cxnId="{1745E0B9-EAC8-42A5-83A1-57D36E17BDC3}">
      <dgm:prSet/>
      <dgm:spPr/>
      <dgm:t>
        <a:bodyPr/>
        <a:lstStyle/>
        <a:p>
          <a:endParaRPr lang="en-IN"/>
        </a:p>
      </dgm:t>
    </dgm:pt>
    <dgm:pt modelId="{6660BC00-0671-48E9-8232-12705E54CF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Full diagnostic report</a:t>
          </a:r>
          <a:endParaRPr lang="en-US" dirty="0"/>
        </a:p>
      </dgm:t>
    </dgm:pt>
    <dgm:pt modelId="{E3A251C3-6726-4EC8-BEE2-4F75E19E42E8}" type="parTrans" cxnId="{191BD874-D03B-4928-9E3D-482A0522C9C3}">
      <dgm:prSet/>
      <dgm:spPr/>
      <dgm:t>
        <a:bodyPr/>
        <a:lstStyle/>
        <a:p>
          <a:endParaRPr lang="en-IN"/>
        </a:p>
      </dgm:t>
    </dgm:pt>
    <dgm:pt modelId="{65CD44A7-2F41-4433-B400-CDF7C98EF8B4}" type="sibTrans" cxnId="{191BD874-D03B-4928-9E3D-482A0522C9C3}">
      <dgm:prSet/>
      <dgm:spPr/>
      <dgm:t>
        <a:bodyPr/>
        <a:lstStyle/>
        <a:p>
          <a:endParaRPr lang="en-IN"/>
        </a:p>
      </dgm:t>
    </dgm:pt>
    <dgm:pt modelId="{7299AAD3-F25E-4826-B781-4CF1E36E095C}">
      <dgm:prSet custT="1"/>
      <dgm:spPr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71120" tIns="71120" rIns="71120" bIns="38100" numCol="1" spcCol="1270" anchor="t" anchorCtr="0"/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Score &amp; Deciles</a:t>
          </a:r>
        </a:p>
      </dgm:t>
    </dgm:pt>
    <dgm:pt modelId="{49E11584-E4C2-4182-8442-46647AD7C05F}" type="parTrans" cxnId="{76EED37A-A190-4BE1-B933-F63E0869B2F6}">
      <dgm:prSet/>
      <dgm:spPr/>
      <dgm:t>
        <a:bodyPr/>
        <a:lstStyle/>
        <a:p>
          <a:endParaRPr lang="en-IN"/>
        </a:p>
      </dgm:t>
    </dgm:pt>
    <dgm:pt modelId="{370625C9-E726-4A93-B87A-08BD06510A01}" type="sibTrans" cxnId="{76EED37A-A190-4BE1-B933-F63E0869B2F6}">
      <dgm:prSet phldrT="7" phldr="0"/>
      <dgm:spPr/>
    </dgm:pt>
    <dgm:pt modelId="{4B8C6A2F-B99C-4C73-B882-62BD48B75F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Weight segments</a:t>
          </a:r>
          <a:endParaRPr lang="en-US" dirty="0"/>
        </a:p>
      </dgm:t>
    </dgm:pt>
    <dgm:pt modelId="{1E37FE0F-6E27-40DD-A195-00410B355299}" type="parTrans" cxnId="{710F13E5-BC0F-4634-9A5D-814D082B0584}">
      <dgm:prSet/>
      <dgm:spPr/>
      <dgm:t>
        <a:bodyPr/>
        <a:lstStyle/>
        <a:p>
          <a:endParaRPr lang="en-IN"/>
        </a:p>
      </dgm:t>
    </dgm:pt>
    <dgm:pt modelId="{01AAA553-8FDD-460A-A7CA-B6F3377CBD1B}" type="sibTrans" cxnId="{710F13E5-BC0F-4634-9A5D-814D082B0584}">
      <dgm:prSet/>
      <dgm:spPr/>
      <dgm:t>
        <a:bodyPr/>
        <a:lstStyle/>
        <a:p>
          <a:endParaRPr lang="en-IN"/>
        </a:p>
      </dgm:t>
    </dgm:pt>
    <dgm:pt modelId="{A46BF46D-0070-40BB-8CDF-C32DDE63EF0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Score full dataset</a:t>
          </a:r>
          <a:endParaRPr lang="en-US" dirty="0"/>
        </a:p>
      </dgm:t>
    </dgm:pt>
    <dgm:pt modelId="{AE477BDA-4482-4BED-BB0F-D56440BFB6DA}" type="parTrans" cxnId="{3341B29C-4DDB-4488-A442-40A1EB235FAC}">
      <dgm:prSet/>
      <dgm:spPr/>
      <dgm:t>
        <a:bodyPr/>
        <a:lstStyle/>
        <a:p>
          <a:endParaRPr lang="en-IN"/>
        </a:p>
      </dgm:t>
    </dgm:pt>
    <dgm:pt modelId="{FBAD482E-7A57-4428-902A-61B6548585C2}" type="sibTrans" cxnId="{3341B29C-4DDB-4488-A442-40A1EB235FAC}">
      <dgm:prSet/>
      <dgm:spPr/>
      <dgm:t>
        <a:bodyPr/>
        <a:lstStyle/>
        <a:p>
          <a:endParaRPr lang="en-IN"/>
        </a:p>
      </dgm:t>
    </dgm:pt>
    <dgm:pt modelId="{76267B78-EBB9-4AEF-9ACD-6509DD2B95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Build decile thresholds</a:t>
          </a:r>
          <a:endParaRPr lang="en-US" dirty="0"/>
        </a:p>
      </dgm:t>
    </dgm:pt>
    <dgm:pt modelId="{DAC6312B-1533-4139-AEEB-0C9B558B38A4}" type="parTrans" cxnId="{6585BB88-30F4-4EC3-B836-DECFFD0AA611}">
      <dgm:prSet/>
      <dgm:spPr/>
      <dgm:t>
        <a:bodyPr/>
        <a:lstStyle/>
        <a:p>
          <a:endParaRPr lang="en-IN"/>
        </a:p>
      </dgm:t>
    </dgm:pt>
    <dgm:pt modelId="{E495078E-A8AB-49B6-923E-47BC2AC621F7}" type="sibTrans" cxnId="{6585BB88-30F4-4EC3-B836-DECFFD0AA611}">
      <dgm:prSet/>
      <dgm:spPr/>
      <dgm:t>
        <a:bodyPr/>
        <a:lstStyle/>
        <a:p>
          <a:endParaRPr lang="en-IN"/>
        </a:p>
      </dgm:t>
    </dgm:pt>
    <dgm:pt modelId="{B75D832F-5440-4901-A84E-34FE24B0A51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Export JSON scorecard</a:t>
          </a:r>
          <a:endParaRPr lang="en-US" dirty="0"/>
        </a:p>
      </dgm:t>
    </dgm:pt>
    <dgm:pt modelId="{2B11697F-9318-443A-8054-BBCD78FDDDD3}" type="parTrans" cxnId="{F569036F-A769-47A2-82D5-81EE0FD452B3}">
      <dgm:prSet/>
      <dgm:spPr/>
      <dgm:t>
        <a:bodyPr/>
        <a:lstStyle/>
        <a:p>
          <a:endParaRPr lang="en-IN"/>
        </a:p>
      </dgm:t>
    </dgm:pt>
    <dgm:pt modelId="{96774266-22C7-4059-B316-ECAC6643F2E4}" type="sibTrans" cxnId="{F569036F-A769-47A2-82D5-81EE0FD452B3}">
      <dgm:prSet/>
      <dgm:spPr/>
      <dgm:t>
        <a:bodyPr/>
        <a:lstStyle/>
        <a:p>
          <a:endParaRPr lang="en-IN"/>
        </a:p>
      </dgm:t>
    </dgm:pt>
    <dgm:pt modelId="{E9A8E2A4-1EFE-4EC7-B9C0-7CBCDC0715B5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>
              <a:latin typeface="Arial" pitchFamily="34" charset="0"/>
              <a:ea typeface="Arial" pitchFamily="34" charset="-122"/>
              <a:cs typeface="Arial" pitchFamily="34" charset="-120"/>
            </a:rPr>
            <a:t>CSV | Parquet | Excel | Big Query</a:t>
          </a:r>
        </a:p>
      </dgm:t>
    </dgm:pt>
    <dgm:pt modelId="{EAFCD83A-6B53-4535-B41F-168C135425E3}" type="parTrans" cxnId="{412F2FAD-C58B-4075-9925-2D4DCBF4B3C2}">
      <dgm:prSet/>
      <dgm:spPr/>
      <dgm:t>
        <a:bodyPr/>
        <a:lstStyle/>
        <a:p>
          <a:endParaRPr lang="en-IN"/>
        </a:p>
      </dgm:t>
    </dgm:pt>
    <dgm:pt modelId="{E8B93960-6565-4397-96C4-526A1C1BB458}" type="sibTrans" cxnId="{412F2FAD-C58B-4075-9925-2D4DCBF4B3C2}">
      <dgm:prSet phldrT="2" phldr="0"/>
      <dgm:spPr/>
    </dgm:pt>
    <dgm:pt modelId="{6E2A97C3-3910-43C3-8050-629F00295CB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latin typeface="Arial" pitchFamily="34" charset="0"/>
              <a:ea typeface="Arial" pitchFamily="34" charset="-122"/>
              <a:cs typeface="Arial" pitchFamily="34" charset="-120"/>
            </a:rPr>
            <a:t>Remove matched rows</a:t>
          </a:r>
          <a:endParaRPr lang="en-US" sz="1100" dirty="0"/>
        </a:p>
      </dgm:t>
    </dgm:pt>
    <dgm:pt modelId="{850A10DE-BFAB-4B22-8BF6-0602B380AD56}" type="parTrans" cxnId="{0875C7F0-8377-42D6-949E-CE622EEC238B}">
      <dgm:prSet/>
      <dgm:spPr/>
      <dgm:t>
        <a:bodyPr/>
        <a:lstStyle/>
        <a:p>
          <a:endParaRPr lang="en-IN"/>
        </a:p>
      </dgm:t>
    </dgm:pt>
    <dgm:pt modelId="{B833BB48-5550-496B-9173-EF77C9E3D241}" type="sibTrans" cxnId="{0875C7F0-8377-42D6-949E-CE622EEC238B}">
      <dgm:prSet/>
      <dgm:spPr/>
      <dgm:t>
        <a:bodyPr/>
        <a:lstStyle/>
        <a:p>
          <a:endParaRPr lang="en-IN"/>
        </a:p>
      </dgm:t>
    </dgm:pt>
    <dgm:pt modelId="{4694687C-9CF4-4CD7-842C-603509841D67}" type="pres">
      <dgm:prSet presAssocID="{98D683D3-0918-4DD5-B742-1E8F164F74D0}" presName="linearFlow" presStyleCnt="0">
        <dgm:presLayoutVars>
          <dgm:dir/>
          <dgm:animLvl val="lvl"/>
          <dgm:resizeHandles val="exact"/>
        </dgm:presLayoutVars>
      </dgm:prSet>
      <dgm:spPr/>
    </dgm:pt>
    <dgm:pt modelId="{9C579ABA-4A9C-4D8A-B050-CF5E68C67A91}" type="pres">
      <dgm:prSet presAssocID="{4963188B-8479-4D96-B2AE-15464E93EA80}" presName="composite" presStyleCnt="0"/>
      <dgm:spPr/>
    </dgm:pt>
    <dgm:pt modelId="{D9FF5682-63CB-4C73-84C1-4D453D953C90}" type="pres">
      <dgm:prSet presAssocID="{4963188B-8479-4D96-B2AE-15464E93EA80}" presName="par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6A1E3FE7-B9BB-4FC5-9C4D-584D639CD4EB}" type="pres">
      <dgm:prSet presAssocID="{4963188B-8479-4D96-B2AE-15464E93EA80}" presName="parSh" presStyleLbl="node1" presStyleIdx="0" presStyleCnt="7"/>
      <dgm:spPr/>
    </dgm:pt>
    <dgm:pt modelId="{43CD6EA6-BA1E-4203-8AAE-7680F7B48970}" type="pres">
      <dgm:prSet presAssocID="{4963188B-8479-4D96-B2AE-15464E93EA80}" presName="desTx" presStyleLbl="fgAcc1" presStyleIdx="0" presStyleCnt="7">
        <dgm:presLayoutVars>
          <dgm:bulletEnabled val="1"/>
        </dgm:presLayoutVars>
      </dgm:prSet>
      <dgm:spPr/>
    </dgm:pt>
    <dgm:pt modelId="{8FA0CC26-150B-41FC-AF85-4E06DEAB6702}" type="pres">
      <dgm:prSet presAssocID="{8CF29654-D248-40A8-9A25-0419ECF39A02}" presName="sibTrans" presStyleLbl="sibTrans2D1" presStyleIdx="0" presStyleCnt="6"/>
      <dgm:spPr/>
    </dgm:pt>
    <dgm:pt modelId="{DC97A385-5991-4A01-90AD-C1EE7D8CCFBD}" type="pres">
      <dgm:prSet presAssocID="{8CF29654-D248-40A8-9A25-0419ECF39A02}" presName="connTx" presStyleLbl="sibTrans2D1" presStyleIdx="0" presStyleCnt="6"/>
      <dgm:spPr/>
    </dgm:pt>
    <dgm:pt modelId="{A08AE9B6-E94A-497B-9B24-F733181268C1}" type="pres">
      <dgm:prSet presAssocID="{9685DCBC-CDD2-4BB6-A80C-2C8A34443AA4}" presName="composite" presStyleCnt="0"/>
      <dgm:spPr/>
    </dgm:pt>
    <dgm:pt modelId="{B23478E2-9347-4796-8D7F-F6D594CFD434}" type="pres">
      <dgm:prSet presAssocID="{9685DCBC-CDD2-4BB6-A80C-2C8A34443AA4}" presName="par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85FD2900-FFC1-47E9-950A-CA78AB1C8B37}" type="pres">
      <dgm:prSet presAssocID="{9685DCBC-CDD2-4BB6-A80C-2C8A34443AA4}" presName="parSh" presStyleLbl="node1" presStyleIdx="1" presStyleCnt="7"/>
      <dgm:spPr>
        <a:xfrm>
          <a:off x="1667289" y="1119600"/>
          <a:ext cx="1036981" cy="574641"/>
        </a:xfrm>
        <a:prstGeom prst="roundRect">
          <a:avLst>
            <a:gd name="adj" fmla="val 10000"/>
          </a:avLst>
        </a:prstGeom>
      </dgm:spPr>
    </dgm:pt>
    <dgm:pt modelId="{5216A46F-C0C2-4E2B-8111-224122973C04}" type="pres">
      <dgm:prSet presAssocID="{9685DCBC-CDD2-4BB6-A80C-2C8A34443AA4}" presName="desTx" presStyleLbl="fgAcc1" presStyleIdx="1" presStyleCnt="7">
        <dgm:presLayoutVars>
          <dgm:bulletEnabled val="1"/>
        </dgm:presLayoutVars>
      </dgm:prSet>
      <dgm:spPr/>
    </dgm:pt>
    <dgm:pt modelId="{C4412559-0C31-49D1-B920-7051A5B56EA2}" type="pres">
      <dgm:prSet presAssocID="{DB6118EF-E266-4739-9DF8-AF7139045B7B}" presName="sibTrans" presStyleLbl="sibTrans2D1" presStyleIdx="1" presStyleCnt="6"/>
      <dgm:spPr>
        <a:xfrm>
          <a:off x="2861473" y="1182058"/>
          <a:ext cx="333269" cy="258178"/>
        </a:xfrm>
        <a:prstGeom prst="rightArrow">
          <a:avLst>
            <a:gd name="adj1" fmla="val 60000"/>
            <a:gd name="adj2" fmla="val 50000"/>
          </a:avLst>
        </a:prstGeom>
      </dgm:spPr>
    </dgm:pt>
    <dgm:pt modelId="{37432F7B-E6A1-4080-A399-144585C99BE2}" type="pres">
      <dgm:prSet presAssocID="{DB6118EF-E266-4739-9DF8-AF7139045B7B}" presName="connTx" presStyleLbl="sibTrans2D1" presStyleIdx="1" presStyleCnt="6"/>
      <dgm:spPr/>
    </dgm:pt>
    <dgm:pt modelId="{2FDE482D-5536-4A7A-921E-5310E5F31C15}" type="pres">
      <dgm:prSet presAssocID="{31EE4815-7D5C-49C3-8129-A0BA413A7569}" presName="composite" presStyleCnt="0"/>
      <dgm:spPr/>
    </dgm:pt>
    <dgm:pt modelId="{3F9EAA4B-3BB7-4B92-AD7C-6675506B9128}" type="pres">
      <dgm:prSet presAssocID="{31EE4815-7D5C-49C3-8129-A0BA413A7569}" presName="par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29B9189C-6326-4282-9991-2FEFBE054BDE}" type="pres">
      <dgm:prSet presAssocID="{31EE4815-7D5C-49C3-8129-A0BA413A7569}" presName="parSh" presStyleLbl="node1" presStyleIdx="2" presStyleCnt="7"/>
      <dgm:spPr>
        <a:xfrm>
          <a:off x="3333081" y="1119600"/>
          <a:ext cx="1036981" cy="574641"/>
        </a:xfrm>
        <a:prstGeom prst="roundRect">
          <a:avLst>
            <a:gd name="adj" fmla="val 10000"/>
          </a:avLst>
        </a:prstGeom>
      </dgm:spPr>
    </dgm:pt>
    <dgm:pt modelId="{3DFADF14-4799-4C91-9BF9-BBF96B423D13}" type="pres">
      <dgm:prSet presAssocID="{31EE4815-7D5C-49C3-8129-A0BA413A7569}" presName="desTx" presStyleLbl="fgAcc1" presStyleIdx="2" presStyleCnt="7">
        <dgm:presLayoutVars>
          <dgm:bulletEnabled val="1"/>
        </dgm:presLayoutVars>
      </dgm:prSet>
      <dgm:spPr/>
    </dgm:pt>
    <dgm:pt modelId="{9B70A47E-2CE7-4776-8690-74C52F91D4C1}" type="pres">
      <dgm:prSet presAssocID="{FAAEAD50-5406-4A31-89E6-92CDA9FFA572}" presName="sibTrans" presStyleLbl="sibTrans2D1" presStyleIdx="2" presStyleCnt="6"/>
      <dgm:spPr>
        <a:xfrm>
          <a:off x="4527265" y="1182058"/>
          <a:ext cx="333269" cy="258178"/>
        </a:xfrm>
        <a:prstGeom prst="rightArrow">
          <a:avLst>
            <a:gd name="adj1" fmla="val 60000"/>
            <a:gd name="adj2" fmla="val 50000"/>
          </a:avLst>
        </a:prstGeom>
      </dgm:spPr>
    </dgm:pt>
    <dgm:pt modelId="{4C0D478F-78FA-48D4-963D-3162614FFAF6}" type="pres">
      <dgm:prSet presAssocID="{FAAEAD50-5406-4A31-89E6-92CDA9FFA572}" presName="connTx" presStyleLbl="sibTrans2D1" presStyleIdx="2" presStyleCnt="6"/>
      <dgm:spPr/>
    </dgm:pt>
    <dgm:pt modelId="{85E8A320-D413-4672-820B-FC35106A195E}" type="pres">
      <dgm:prSet presAssocID="{92716B03-EB66-4274-9DD6-69F6ACAC52EF}" presName="composite" presStyleCnt="0"/>
      <dgm:spPr/>
    </dgm:pt>
    <dgm:pt modelId="{E2BBEC52-9344-4864-A6CF-F65217800D33}" type="pres">
      <dgm:prSet presAssocID="{92716B03-EB66-4274-9DD6-69F6ACAC52EF}" presName="parTx" presStyleLbl="node1" presStyleIdx="2" presStyleCnt="7">
        <dgm:presLayoutVars>
          <dgm:chMax val="0"/>
          <dgm:chPref val="0"/>
          <dgm:bulletEnabled val="1"/>
        </dgm:presLayoutVars>
      </dgm:prSet>
      <dgm:spPr>
        <a:xfrm>
          <a:off x="4998872" y="1119600"/>
          <a:ext cx="1036981" cy="383094"/>
        </a:xfrm>
        <a:prstGeom prst="rect">
          <a:avLst/>
        </a:prstGeom>
      </dgm:spPr>
    </dgm:pt>
    <dgm:pt modelId="{407D098C-1317-49D7-9FA3-2EA98EDB179A}" type="pres">
      <dgm:prSet presAssocID="{92716B03-EB66-4274-9DD6-69F6ACAC52EF}" presName="parSh" presStyleLbl="node1" presStyleIdx="3" presStyleCnt="7"/>
      <dgm:spPr/>
    </dgm:pt>
    <dgm:pt modelId="{B9CB0F45-4835-4EEF-B3C6-A385EE42CDCE}" type="pres">
      <dgm:prSet presAssocID="{92716B03-EB66-4274-9DD6-69F6ACAC52EF}" presName="desTx" presStyleLbl="fgAcc1" presStyleIdx="3" presStyleCnt="7">
        <dgm:presLayoutVars>
          <dgm:bulletEnabled val="1"/>
        </dgm:presLayoutVars>
      </dgm:prSet>
      <dgm:spPr/>
    </dgm:pt>
    <dgm:pt modelId="{C6BF9A5E-25E8-4A92-A6FF-2DEF89A02ADC}" type="pres">
      <dgm:prSet presAssocID="{4AEF6EFA-C8D6-423C-A8DE-7FFCC2E672A3}" presName="sibTrans" presStyleLbl="sibTrans2D1" presStyleIdx="3" presStyleCnt="6"/>
      <dgm:spPr>
        <a:xfrm>
          <a:off x="6193056" y="1182058"/>
          <a:ext cx="333269" cy="258178"/>
        </a:xfrm>
        <a:prstGeom prst="rightArrow">
          <a:avLst>
            <a:gd name="adj1" fmla="val 60000"/>
            <a:gd name="adj2" fmla="val 50000"/>
          </a:avLst>
        </a:prstGeom>
      </dgm:spPr>
    </dgm:pt>
    <dgm:pt modelId="{27E78252-365D-483E-8838-05D32EDC540F}" type="pres">
      <dgm:prSet presAssocID="{4AEF6EFA-C8D6-423C-A8DE-7FFCC2E672A3}" presName="connTx" presStyleLbl="sibTrans2D1" presStyleIdx="3" presStyleCnt="6"/>
      <dgm:spPr/>
    </dgm:pt>
    <dgm:pt modelId="{1EF07153-514B-4C69-A3BF-AAAFC6149234}" type="pres">
      <dgm:prSet presAssocID="{0BC3C352-9F31-43A5-A80B-FEC49D129C78}" presName="composite" presStyleCnt="0"/>
      <dgm:spPr/>
    </dgm:pt>
    <dgm:pt modelId="{887FCF49-F187-4B21-AE97-D6726B3430BE}" type="pres">
      <dgm:prSet presAssocID="{0BC3C352-9F31-43A5-A80B-FEC49D129C78}" presName="par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084E128C-3C98-43DA-8337-BA4177450064}" type="pres">
      <dgm:prSet presAssocID="{0BC3C352-9F31-43A5-A80B-FEC49D129C78}" presName="parSh" presStyleLbl="node1" presStyleIdx="4" presStyleCnt="7"/>
      <dgm:spPr>
        <a:xfrm>
          <a:off x="6664664" y="1119600"/>
          <a:ext cx="1036981" cy="574641"/>
        </a:xfrm>
        <a:prstGeom prst="roundRect">
          <a:avLst>
            <a:gd name="adj" fmla="val 10000"/>
          </a:avLst>
        </a:prstGeom>
      </dgm:spPr>
    </dgm:pt>
    <dgm:pt modelId="{76561EF9-843E-4E5C-80C6-3C2BB8C12B35}" type="pres">
      <dgm:prSet presAssocID="{0BC3C352-9F31-43A5-A80B-FEC49D129C78}" presName="desTx" presStyleLbl="fgAcc1" presStyleIdx="4" presStyleCnt="7">
        <dgm:presLayoutVars>
          <dgm:bulletEnabled val="1"/>
        </dgm:presLayoutVars>
      </dgm:prSet>
      <dgm:spPr/>
    </dgm:pt>
    <dgm:pt modelId="{191CA157-CBF1-4B90-8409-CE32BEB04FE3}" type="pres">
      <dgm:prSet presAssocID="{C1F24CB9-EE3D-40B8-A201-694CB3431BFF}" presName="sibTrans" presStyleLbl="sibTrans2D1" presStyleIdx="4" presStyleCnt="6"/>
      <dgm:spPr>
        <a:xfrm>
          <a:off x="7858848" y="1182058"/>
          <a:ext cx="333269" cy="258178"/>
        </a:xfrm>
        <a:prstGeom prst="rightArrow">
          <a:avLst>
            <a:gd name="adj1" fmla="val 60000"/>
            <a:gd name="adj2" fmla="val 50000"/>
          </a:avLst>
        </a:prstGeom>
      </dgm:spPr>
    </dgm:pt>
    <dgm:pt modelId="{76E55DD4-8497-4422-A778-7BB70B44DEA5}" type="pres">
      <dgm:prSet presAssocID="{C1F24CB9-EE3D-40B8-A201-694CB3431BFF}" presName="connTx" presStyleLbl="sibTrans2D1" presStyleIdx="4" presStyleCnt="6"/>
      <dgm:spPr/>
    </dgm:pt>
    <dgm:pt modelId="{BE72EA61-2999-4F9A-8AEC-7CF249FD27CB}" type="pres">
      <dgm:prSet presAssocID="{CB90230F-7DD5-4795-A350-67C397FA7F19}" presName="composite" presStyleCnt="0"/>
      <dgm:spPr/>
    </dgm:pt>
    <dgm:pt modelId="{34CA9026-52A4-48BC-B1E1-39F1F1F3413B}" type="pres">
      <dgm:prSet presAssocID="{CB90230F-7DD5-4795-A350-67C397FA7F19}" presName="par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9AC3774C-C6CA-4870-B9AD-02C37138E8BD}" type="pres">
      <dgm:prSet presAssocID="{CB90230F-7DD5-4795-A350-67C397FA7F19}" presName="parSh" presStyleLbl="node1" presStyleIdx="5" presStyleCnt="7"/>
      <dgm:spPr>
        <a:xfrm>
          <a:off x="8330456" y="1120467"/>
          <a:ext cx="1036981" cy="572041"/>
        </a:xfrm>
        <a:prstGeom prst="roundRect">
          <a:avLst>
            <a:gd name="adj" fmla="val 10000"/>
          </a:avLst>
        </a:prstGeom>
      </dgm:spPr>
    </dgm:pt>
    <dgm:pt modelId="{7B0132C5-4A5F-4F9A-B0E7-EA4280D0BE05}" type="pres">
      <dgm:prSet presAssocID="{CB90230F-7DD5-4795-A350-67C397FA7F19}" presName="desTx" presStyleLbl="fgAcc1" presStyleIdx="5" presStyleCnt="7">
        <dgm:presLayoutVars>
          <dgm:bulletEnabled val="1"/>
        </dgm:presLayoutVars>
      </dgm:prSet>
      <dgm:spPr/>
    </dgm:pt>
    <dgm:pt modelId="{081B626F-3F86-4DFB-9F49-B70364F51059}" type="pres">
      <dgm:prSet presAssocID="{7274832B-5F7C-4A74-B8AD-81293DA2BE68}" presName="sibTrans" presStyleLbl="sibTrans2D1" presStyleIdx="5" presStyleCnt="6"/>
      <dgm:spPr>
        <a:xfrm>
          <a:off x="9524640" y="1182058"/>
          <a:ext cx="333269" cy="258178"/>
        </a:xfrm>
        <a:prstGeom prst="rightArrow">
          <a:avLst>
            <a:gd name="adj1" fmla="val 60000"/>
            <a:gd name="adj2" fmla="val 50000"/>
          </a:avLst>
        </a:prstGeom>
      </dgm:spPr>
    </dgm:pt>
    <dgm:pt modelId="{F8D59798-5D4E-4AE2-97F2-C52EB05DEF57}" type="pres">
      <dgm:prSet presAssocID="{7274832B-5F7C-4A74-B8AD-81293DA2BE68}" presName="connTx" presStyleLbl="sibTrans2D1" presStyleIdx="5" presStyleCnt="6"/>
      <dgm:spPr/>
    </dgm:pt>
    <dgm:pt modelId="{ACCC209F-B8A0-4856-8017-9B57A75FEF3A}" type="pres">
      <dgm:prSet presAssocID="{7299AAD3-F25E-4826-B781-4CF1E36E095C}" presName="composite" presStyleCnt="0"/>
      <dgm:spPr/>
    </dgm:pt>
    <dgm:pt modelId="{8DF30913-1D31-478C-9876-7884B717868B}" type="pres">
      <dgm:prSet presAssocID="{7299AAD3-F25E-4826-B781-4CF1E36E095C}" presName="par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63070EB7-B5B5-4963-850F-A3BEC83AA30D}" type="pres">
      <dgm:prSet presAssocID="{7299AAD3-F25E-4826-B781-4CF1E36E095C}" presName="parSh" presStyleLbl="node1" presStyleIdx="6" presStyleCnt="7"/>
      <dgm:spPr>
        <a:xfrm>
          <a:off x="9996248" y="1120467"/>
          <a:ext cx="1036981" cy="572041"/>
        </a:xfrm>
        <a:prstGeom prst="roundRect">
          <a:avLst>
            <a:gd name="adj" fmla="val 10000"/>
          </a:avLst>
        </a:prstGeom>
      </dgm:spPr>
    </dgm:pt>
    <dgm:pt modelId="{33C540CB-AEB4-43EA-97DF-1A774A5AE1FA}" type="pres">
      <dgm:prSet presAssocID="{7299AAD3-F25E-4826-B781-4CF1E36E095C}" presName="desTx" presStyleLbl="fgAcc1" presStyleIdx="6" presStyleCnt="7">
        <dgm:presLayoutVars>
          <dgm:bulletEnabled val="1"/>
        </dgm:presLayoutVars>
      </dgm:prSet>
      <dgm:spPr/>
    </dgm:pt>
  </dgm:ptLst>
  <dgm:cxnLst>
    <dgm:cxn modelId="{E3B2A00A-E841-4CD2-93DB-B9A883CD3CF8}" srcId="{9685DCBC-CDD2-4BB6-A80C-2C8A34443AA4}" destId="{270D558A-DEA5-4202-8E02-BD0FEA628CC7}" srcOrd="1" destOrd="0" parTransId="{8E25506D-777D-4194-A1E4-A11E362C0A16}" sibTransId="{BF3A769D-1467-4A42-8E4A-73B3ED1BB074}"/>
    <dgm:cxn modelId="{3BDDEF0B-D57D-4753-A2D3-2A222514C9AC}" type="presOf" srcId="{8CF29654-D248-40A8-9A25-0419ECF39A02}" destId="{8FA0CC26-150B-41FC-AF85-4E06DEAB6702}" srcOrd="0" destOrd="0" presId="urn:microsoft.com/office/officeart/2005/8/layout/process3"/>
    <dgm:cxn modelId="{679D6313-E369-4BF8-830A-B7434721A0A6}" type="presOf" srcId="{4AEF6EFA-C8D6-423C-A8DE-7FFCC2E672A3}" destId="{C6BF9A5E-25E8-4A92-A6FF-2DEF89A02ADC}" srcOrd="0" destOrd="0" presId="urn:microsoft.com/office/officeart/2005/8/layout/process3"/>
    <dgm:cxn modelId="{68D24B14-7A85-4716-9783-334DC99BB413}" srcId="{9685DCBC-CDD2-4BB6-A80C-2C8A34443AA4}" destId="{6563587A-CA1B-42E6-A967-C77DBEA6CAFB}" srcOrd="0" destOrd="0" parTransId="{BF1344CD-3D9B-42AA-B2A6-69E052D9E286}" sibTransId="{8F46CFE2-3B55-4072-AE8A-140660C8730E}"/>
    <dgm:cxn modelId="{06414718-A5B8-4D83-9E16-EA3937295DF1}" srcId="{92716B03-EB66-4274-9DD6-69F6ACAC52EF}" destId="{25942FD5-FC1D-4BB4-9247-44C0638157FE}" srcOrd="1" destOrd="0" parTransId="{5C46DDB2-5073-463A-8EBC-01E5C0A93343}" sibTransId="{9036D65B-E107-441F-8E22-2BD0182D4103}"/>
    <dgm:cxn modelId="{67E9951A-27C7-40AE-B8F0-5E3984A5A484}" type="presOf" srcId="{C1F24CB9-EE3D-40B8-A201-694CB3431BFF}" destId="{76E55DD4-8497-4422-A778-7BB70B44DEA5}" srcOrd="1" destOrd="0" presId="urn:microsoft.com/office/officeart/2005/8/layout/process3"/>
    <dgm:cxn modelId="{3F979720-170E-47B1-90DA-E8FE715F18D7}" type="presOf" srcId="{4AEF6EFA-C8D6-423C-A8DE-7FFCC2E672A3}" destId="{27E78252-365D-483E-8838-05D32EDC540F}" srcOrd="1" destOrd="0" presId="urn:microsoft.com/office/officeart/2005/8/layout/process3"/>
    <dgm:cxn modelId="{90F71E2A-468F-4EAE-B9FC-0C21509A1883}" type="presOf" srcId="{FB035C1C-7506-4BE6-9159-4191515EF642}" destId="{B9CB0F45-4835-4EEF-B3C6-A385EE42CDCE}" srcOrd="0" destOrd="2" presId="urn:microsoft.com/office/officeart/2005/8/layout/process3"/>
    <dgm:cxn modelId="{8F7DFC2B-E450-4BC3-ABFC-6EAFF0ED5676}" srcId="{0BC3C352-9F31-43A5-A80B-FEC49D129C78}" destId="{BEDA5F67-C500-4C76-A7EB-47559DDF4618}" srcOrd="0" destOrd="0" parTransId="{60637789-6066-408D-AE99-0EA0343FD12D}" sibTransId="{DCE02061-B607-40BC-86FC-ACB89EBC051E}"/>
    <dgm:cxn modelId="{77103F2D-7B39-46D2-949F-574BC386AA8F}" type="presOf" srcId="{FAAEAD50-5406-4A31-89E6-92CDA9FFA572}" destId="{9B70A47E-2CE7-4776-8690-74C52F91D4C1}" srcOrd="0" destOrd="0" presId="urn:microsoft.com/office/officeart/2005/8/layout/process3"/>
    <dgm:cxn modelId="{DA6A3631-F419-4F83-9BB4-10BF23CC12B9}" type="presOf" srcId="{A46BF46D-0070-40BB-8CDF-C32DDE63EF0A}" destId="{33C540CB-AEB4-43EA-97DF-1A774A5AE1FA}" srcOrd="0" destOrd="1" presId="urn:microsoft.com/office/officeart/2005/8/layout/process3"/>
    <dgm:cxn modelId="{DF8A1332-DEEA-4481-A725-9192EF9B9C77}" srcId="{31EE4815-7D5C-49C3-8129-A0BA413A7569}" destId="{11C8BD3D-6A51-4B74-8CB4-293F06936B7C}" srcOrd="2" destOrd="0" parTransId="{84731A56-8165-42AC-973F-0DB5F2F2DDB9}" sibTransId="{1DF1CC00-D9A9-4453-862D-8FD789220B1C}"/>
    <dgm:cxn modelId="{0CA9943D-67B1-4665-9ABF-2E067E123A8C}" type="presOf" srcId="{7274832B-5F7C-4A74-B8AD-81293DA2BE68}" destId="{F8D59798-5D4E-4AE2-97F2-C52EB05DEF57}" srcOrd="1" destOrd="0" presId="urn:microsoft.com/office/officeart/2005/8/layout/process3"/>
    <dgm:cxn modelId="{E4F8205E-1DF4-47FA-9A87-2D241FFB564A}" srcId="{9685DCBC-CDD2-4BB6-A80C-2C8A34443AA4}" destId="{15E7E3F8-C398-438A-BF55-3C4FCDF19396}" srcOrd="2" destOrd="0" parTransId="{4405E40B-81A1-4739-8DFB-7C839E6ECB6E}" sibTransId="{4BBBF7C1-7737-48F1-BEE5-4CB85A58F200}"/>
    <dgm:cxn modelId="{224FDF5E-3EC5-452B-A6D1-497B6E436AA9}" type="presOf" srcId="{92716B03-EB66-4274-9DD6-69F6ACAC52EF}" destId="{407D098C-1317-49D7-9FA3-2EA98EDB179A}" srcOrd="1" destOrd="0" presId="urn:microsoft.com/office/officeart/2005/8/layout/process3"/>
    <dgm:cxn modelId="{D6F3A762-EB7B-4CCE-B8E1-44EAFA752427}" srcId="{CB90230F-7DD5-4795-A350-67C397FA7F19}" destId="{AB6EB3A4-807E-430A-A2A6-B37EB5DBE60B}" srcOrd="0" destOrd="0" parTransId="{7840DF43-A2E5-4BED-8B80-DF80558A48B9}" sibTransId="{E61F0A5B-FABB-418E-9307-6582BE2BA32A}"/>
    <dgm:cxn modelId="{DD3B8767-7BD3-4C36-9852-A6850ABE15C3}" type="presOf" srcId="{6E2A97C3-3910-43C3-8050-629F00295CB8}" destId="{76561EF9-843E-4E5C-80C6-3C2BB8C12B35}" srcOrd="0" destOrd="1" presId="urn:microsoft.com/office/officeart/2005/8/layout/process3"/>
    <dgm:cxn modelId="{319E7849-95A7-4BD2-A286-68217634C99B}" srcId="{92716B03-EB66-4274-9DD6-69F6ACAC52EF}" destId="{556BD807-8A7A-466C-AA82-E9CB1D72C73D}" srcOrd="0" destOrd="0" parTransId="{A539FE3C-46FC-49E8-B716-2D6E9032F151}" sibTransId="{BB21221E-BE68-40E6-B042-797CAAC20A39}"/>
    <dgm:cxn modelId="{08455F6C-79B4-4B32-9588-4A2B80CF3624}" type="presOf" srcId="{11C8BD3D-6A51-4B74-8CB4-293F06936B7C}" destId="{3DFADF14-4799-4C91-9BF9-BBF96B423D13}" srcOrd="0" destOrd="2" presId="urn:microsoft.com/office/officeart/2005/8/layout/process3"/>
    <dgm:cxn modelId="{CD31ED6C-C29C-4E7E-AF43-0C3AF3E2B758}" srcId="{98D683D3-0918-4DD5-B742-1E8F164F74D0}" destId="{0BC3C352-9F31-43A5-A80B-FEC49D129C78}" srcOrd="4" destOrd="0" parTransId="{F0293C90-FFA3-4CC8-AD5E-03A8FFCC7D1B}" sibTransId="{C1F24CB9-EE3D-40B8-A201-694CB3431BFF}"/>
    <dgm:cxn modelId="{1600CB4E-9A08-4939-8E5A-24762A0B73AF}" type="presOf" srcId="{556BD807-8A7A-466C-AA82-E9CB1D72C73D}" destId="{B9CB0F45-4835-4EEF-B3C6-A385EE42CDCE}" srcOrd="0" destOrd="0" presId="urn:microsoft.com/office/officeart/2005/8/layout/process3"/>
    <dgm:cxn modelId="{F569036F-A769-47A2-82D5-81EE0FD452B3}" srcId="{7299AAD3-F25E-4826-B781-4CF1E36E095C}" destId="{B75D832F-5440-4901-A84E-34FE24B0A51A}" srcOrd="3" destOrd="0" parTransId="{2B11697F-9318-443A-8054-BBCD78FDDDD3}" sibTransId="{96774266-22C7-4059-B316-ECAC6643F2E4}"/>
    <dgm:cxn modelId="{2115E851-E55B-49C8-941C-1C1E6CE17DF1}" type="presOf" srcId="{4963188B-8479-4D96-B2AE-15464E93EA80}" destId="{6A1E3FE7-B9BB-4FC5-9C4D-584D639CD4EB}" srcOrd="1" destOrd="0" presId="urn:microsoft.com/office/officeart/2005/8/layout/process3"/>
    <dgm:cxn modelId="{70D8BC74-22C3-4DF4-A05D-21E702A98121}" type="presOf" srcId="{6660BC00-0671-48E9-8232-12705E54CF92}" destId="{7B0132C5-4A5F-4F9A-B0E7-EA4280D0BE05}" srcOrd="0" destOrd="2" presId="urn:microsoft.com/office/officeart/2005/8/layout/process3"/>
    <dgm:cxn modelId="{191BD874-D03B-4928-9E3D-482A0522C9C3}" srcId="{CB90230F-7DD5-4795-A350-67C397FA7F19}" destId="{6660BC00-0671-48E9-8232-12705E54CF92}" srcOrd="2" destOrd="0" parTransId="{E3A251C3-6726-4EC8-BEE2-4F75E19E42E8}" sibTransId="{65CD44A7-2F41-4433-B400-CDF7C98EF8B4}"/>
    <dgm:cxn modelId="{E22A8557-5A19-45BD-B8BC-D6C9FAE95306}" type="presOf" srcId="{B75D832F-5440-4901-A84E-34FE24B0A51A}" destId="{33C540CB-AEB4-43EA-97DF-1A774A5AE1FA}" srcOrd="0" destOrd="3" presId="urn:microsoft.com/office/officeart/2005/8/layout/process3"/>
    <dgm:cxn modelId="{75595F78-CBC2-447C-9185-87D7EBB7B8F0}" type="presOf" srcId="{6563587A-CA1B-42E6-A967-C77DBEA6CAFB}" destId="{5216A46F-C0C2-4E2B-8111-224122973C04}" srcOrd="0" destOrd="0" presId="urn:microsoft.com/office/officeart/2005/8/layout/process3"/>
    <dgm:cxn modelId="{01E01579-012E-449D-8378-7166913D00E7}" srcId="{98D683D3-0918-4DD5-B742-1E8F164F74D0}" destId="{31EE4815-7D5C-49C3-8129-A0BA413A7569}" srcOrd="2" destOrd="0" parTransId="{B2178542-384F-42C9-901F-255A3DE9D77B}" sibTransId="{FAAEAD50-5406-4A31-89E6-92CDA9FFA572}"/>
    <dgm:cxn modelId="{E4EC3C59-E53B-4E22-B30E-1CE0C95DEA3A}" type="presOf" srcId="{7274832B-5F7C-4A74-B8AD-81293DA2BE68}" destId="{081B626F-3F86-4DFB-9F49-B70364F51059}" srcOrd="0" destOrd="0" presId="urn:microsoft.com/office/officeart/2005/8/layout/process3"/>
    <dgm:cxn modelId="{012CEA59-1D03-4687-B652-47A626222837}" type="presOf" srcId="{DAC57EB6-F938-4917-941D-E22E465F71FF}" destId="{76561EF9-843E-4E5C-80C6-3C2BB8C12B35}" srcOrd="0" destOrd="2" presId="urn:microsoft.com/office/officeart/2005/8/layout/process3"/>
    <dgm:cxn modelId="{76EED37A-A190-4BE1-B933-F63E0869B2F6}" srcId="{98D683D3-0918-4DD5-B742-1E8F164F74D0}" destId="{7299AAD3-F25E-4826-B781-4CF1E36E095C}" srcOrd="6" destOrd="0" parTransId="{49E11584-E4C2-4182-8442-46647AD7C05F}" sibTransId="{370625C9-E726-4A93-B87A-08BD06510A01}"/>
    <dgm:cxn modelId="{3A98777B-EFBB-4E6C-8285-1AEFF09F6FDA}" type="presOf" srcId="{8CF29654-D248-40A8-9A25-0419ECF39A02}" destId="{DC97A385-5991-4A01-90AD-C1EE7D8CCFBD}" srcOrd="1" destOrd="0" presId="urn:microsoft.com/office/officeart/2005/8/layout/process3"/>
    <dgm:cxn modelId="{A11E2682-2359-444D-96FC-5B530A781AEB}" srcId="{98D683D3-0918-4DD5-B742-1E8F164F74D0}" destId="{CB90230F-7DD5-4795-A350-67C397FA7F19}" srcOrd="5" destOrd="0" parTransId="{6374DE1E-AFB6-4ACE-846B-7FFC817B59C5}" sibTransId="{7274832B-5F7C-4A74-B8AD-81293DA2BE68}"/>
    <dgm:cxn modelId="{1E9AB683-5F4F-4FC3-873D-333702E549A1}" type="presOf" srcId="{7299AAD3-F25E-4826-B781-4CF1E36E095C}" destId="{8DF30913-1D31-478C-9876-7884B717868B}" srcOrd="0" destOrd="0" presId="urn:microsoft.com/office/officeart/2005/8/layout/process3"/>
    <dgm:cxn modelId="{7A3C2C85-ED33-42C8-9755-9EE9A9F6B8CA}" type="presOf" srcId="{CB90230F-7DD5-4795-A350-67C397FA7F19}" destId="{34CA9026-52A4-48BC-B1E1-39F1F1F3413B}" srcOrd="0" destOrd="0" presId="urn:microsoft.com/office/officeart/2005/8/layout/process3"/>
    <dgm:cxn modelId="{6585BB88-30F4-4EC3-B836-DECFFD0AA611}" srcId="{7299AAD3-F25E-4826-B781-4CF1E36E095C}" destId="{76267B78-EBB9-4AEF-9ACD-6509DD2B95F7}" srcOrd="2" destOrd="0" parTransId="{DAC6312B-1533-4139-AEEB-0C9B558B38A4}" sibTransId="{E495078E-A8AB-49B6-923E-47BC2AC621F7}"/>
    <dgm:cxn modelId="{4544668B-CB7B-4DBA-BB61-C085498C2B29}" type="presOf" srcId="{4963188B-8479-4D96-B2AE-15464E93EA80}" destId="{D9FF5682-63CB-4C73-84C1-4D453D953C90}" srcOrd="0" destOrd="0" presId="urn:microsoft.com/office/officeart/2005/8/layout/process3"/>
    <dgm:cxn modelId="{9EB3D08F-7210-4F3D-9CF2-75ABDDED423F}" type="presOf" srcId="{DB6118EF-E266-4739-9DF8-AF7139045B7B}" destId="{37432F7B-E6A1-4080-A399-144585C99BE2}" srcOrd="1" destOrd="0" presId="urn:microsoft.com/office/officeart/2005/8/layout/process3"/>
    <dgm:cxn modelId="{0990F790-A320-45F6-AF7B-C776F01F7A46}" type="presOf" srcId="{4B8C6A2F-B99C-4C73-B882-62BD48B75FB7}" destId="{33C540CB-AEB4-43EA-97DF-1A774A5AE1FA}" srcOrd="0" destOrd="0" presId="urn:microsoft.com/office/officeart/2005/8/layout/process3"/>
    <dgm:cxn modelId="{E38F6494-DEDF-402C-AAB7-228D68F777F1}" type="presOf" srcId="{9685DCBC-CDD2-4BB6-A80C-2C8A34443AA4}" destId="{85FD2900-FFC1-47E9-950A-CA78AB1C8B37}" srcOrd="1" destOrd="0" presId="urn:microsoft.com/office/officeart/2005/8/layout/process3"/>
    <dgm:cxn modelId="{AD966699-2DFC-42E4-9285-659E3F21F811}" type="presOf" srcId="{15E7E3F8-C398-438A-BF55-3C4FCDF19396}" destId="{5216A46F-C0C2-4E2B-8111-224122973C04}" srcOrd="0" destOrd="2" presId="urn:microsoft.com/office/officeart/2005/8/layout/process3"/>
    <dgm:cxn modelId="{3341B29C-4DDB-4488-A442-40A1EB235FAC}" srcId="{7299AAD3-F25E-4826-B781-4CF1E36E095C}" destId="{A46BF46D-0070-40BB-8CDF-C32DDE63EF0A}" srcOrd="1" destOrd="0" parTransId="{AE477BDA-4482-4BED-BB0F-D56440BFB6DA}" sibTransId="{FBAD482E-7A57-4428-902A-61B6548585C2}"/>
    <dgm:cxn modelId="{3A5BCC9C-09BF-4D18-8DB9-F10A47148874}" type="presOf" srcId="{CB90230F-7DD5-4795-A350-67C397FA7F19}" destId="{9AC3774C-C6CA-4870-B9AD-02C37138E8BD}" srcOrd="1" destOrd="0" presId="urn:microsoft.com/office/officeart/2005/8/layout/process3"/>
    <dgm:cxn modelId="{368D529E-3462-491A-9EB8-289254496D44}" type="presOf" srcId="{9685DCBC-CDD2-4BB6-A80C-2C8A34443AA4}" destId="{B23478E2-9347-4796-8D7F-F6D594CFD434}" srcOrd="0" destOrd="0" presId="urn:microsoft.com/office/officeart/2005/8/layout/process3"/>
    <dgm:cxn modelId="{68DC66A3-2AB9-4994-A3F5-D6FC730B6F54}" type="presOf" srcId="{7299AAD3-F25E-4826-B781-4CF1E36E095C}" destId="{63070EB7-B5B5-4963-850F-A3BEC83AA30D}" srcOrd="1" destOrd="0" presId="urn:microsoft.com/office/officeart/2005/8/layout/process3"/>
    <dgm:cxn modelId="{D75AF9AB-C3A3-4084-8A6A-788597C79854}" type="presOf" srcId="{BEDA5F67-C500-4C76-A7EB-47559DDF4618}" destId="{76561EF9-843E-4E5C-80C6-3C2BB8C12B35}" srcOrd="0" destOrd="0" presId="urn:microsoft.com/office/officeart/2005/8/layout/process3"/>
    <dgm:cxn modelId="{412F2FAD-C58B-4075-9925-2D4DCBF4B3C2}" srcId="{4963188B-8479-4D96-B2AE-15464E93EA80}" destId="{E9A8E2A4-1EFE-4EC7-B9C0-7CBCDC0715B5}" srcOrd="0" destOrd="0" parTransId="{EAFCD83A-6B53-4535-B41F-168C135425E3}" sibTransId="{E8B93960-6565-4397-96C4-526A1C1BB458}"/>
    <dgm:cxn modelId="{BBD2E7AE-5BB0-4B4B-B329-5627A9BA3BD3}" type="presOf" srcId="{31EE4815-7D5C-49C3-8129-A0BA413A7569}" destId="{3F9EAA4B-3BB7-4B92-AD7C-6675506B9128}" srcOrd="0" destOrd="0" presId="urn:microsoft.com/office/officeart/2005/8/layout/process3"/>
    <dgm:cxn modelId="{A92F72B5-0F88-4519-8357-0C46587A7887}" type="presOf" srcId="{0BC3C352-9F31-43A5-A80B-FEC49D129C78}" destId="{887FCF49-F187-4B21-AE97-D6726B3430BE}" srcOrd="0" destOrd="0" presId="urn:microsoft.com/office/officeart/2005/8/layout/process3"/>
    <dgm:cxn modelId="{1745E0B9-EAC8-42A5-83A1-57D36E17BDC3}" srcId="{CB90230F-7DD5-4795-A350-67C397FA7F19}" destId="{F29D4A81-AC3D-451B-BF2F-BEB115A62B60}" srcOrd="1" destOrd="0" parTransId="{56007033-095A-4ECA-8261-33B5F2921DEF}" sibTransId="{A7E57097-3545-4FE8-9E5E-8DAF4F4E68E7}"/>
    <dgm:cxn modelId="{BE9665BA-F131-47CB-8C7A-EA900F6992F1}" type="presOf" srcId="{DB6118EF-E266-4739-9DF8-AF7139045B7B}" destId="{C4412559-0C31-49D1-B920-7051A5B56EA2}" srcOrd="0" destOrd="0" presId="urn:microsoft.com/office/officeart/2005/8/layout/process3"/>
    <dgm:cxn modelId="{28D77CBB-501B-4806-8FE2-44F624290FA7}" type="presOf" srcId="{E9A8E2A4-1EFE-4EC7-B9C0-7CBCDC0715B5}" destId="{43CD6EA6-BA1E-4203-8AAE-7680F7B48970}" srcOrd="0" destOrd="0" presId="urn:microsoft.com/office/officeart/2005/8/layout/process3"/>
    <dgm:cxn modelId="{D2B812C3-55C2-4F36-898F-3CD8630C80BC}" type="presOf" srcId="{25942FD5-FC1D-4BB4-9247-44C0638157FE}" destId="{B9CB0F45-4835-4EEF-B3C6-A385EE42CDCE}" srcOrd="0" destOrd="1" presId="urn:microsoft.com/office/officeart/2005/8/layout/process3"/>
    <dgm:cxn modelId="{EA16C8CB-BB7F-4955-AE9D-4AE9504A1EFF}" type="presOf" srcId="{AB6EB3A4-807E-430A-A2A6-B37EB5DBE60B}" destId="{7B0132C5-4A5F-4F9A-B0E7-EA4280D0BE05}" srcOrd="0" destOrd="0" presId="urn:microsoft.com/office/officeart/2005/8/layout/process3"/>
    <dgm:cxn modelId="{E9C6B7CC-F963-4C0A-90C5-D04AEFE347B7}" type="presOf" srcId="{76267B78-EBB9-4AEF-9ACD-6509DD2B95F7}" destId="{33C540CB-AEB4-43EA-97DF-1A774A5AE1FA}" srcOrd="0" destOrd="2" presId="urn:microsoft.com/office/officeart/2005/8/layout/process3"/>
    <dgm:cxn modelId="{9021B3D2-1E7A-4DED-BFDB-F89F2CC0015C}" srcId="{31EE4815-7D5C-49C3-8129-A0BA413A7569}" destId="{484C1966-279B-4540-987C-F07FC3A9CA5A}" srcOrd="1" destOrd="0" parTransId="{C6505085-0382-4568-A3AA-BCEC02E63990}" sibTransId="{CF3AA15A-28F7-4308-B309-DB1242203CD8}"/>
    <dgm:cxn modelId="{F32298D3-477B-430D-BB2F-E1A2FDC8378E}" type="presOf" srcId="{98D683D3-0918-4DD5-B742-1E8F164F74D0}" destId="{4694687C-9CF4-4CD7-842C-603509841D67}" srcOrd="0" destOrd="0" presId="urn:microsoft.com/office/officeart/2005/8/layout/process3"/>
    <dgm:cxn modelId="{99164ED4-FDEB-4F86-B914-A36B02181135}" srcId="{31EE4815-7D5C-49C3-8129-A0BA413A7569}" destId="{BB4E90F6-3286-4542-8D74-F453B633F18E}" srcOrd="0" destOrd="0" parTransId="{196AAAAF-02A5-4181-91D8-16419CF17861}" sibTransId="{386FF09F-73FF-4502-939F-0D3CA9A83A14}"/>
    <dgm:cxn modelId="{0CF7BBD5-3552-43C9-83BA-671B13F3A14C}" type="presOf" srcId="{31EE4815-7D5C-49C3-8129-A0BA413A7569}" destId="{29B9189C-6326-4282-9991-2FEFBE054BDE}" srcOrd="1" destOrd="0" presId="urn:microsoft.com/office/officeart/2005/8/layout/process3"/>
    <dgm:cxn modelId="{D4ADE4DC-78B5-433F-992E-285AC2E900CD}" srcId="{0BC3C352-9F31-43A5-A80B-FEC49D129C78}" destId="{DAC57EB6-F938-4917-941D-E22E465F71FF}" srcOrd="2" destOrd="0" parTransId="{55D1A6D4-B7DC-460D-B11A-AFAACE81A51E}" sibTransId="{3AD5B4CD-2345-4118-AD68-EA90BFE231BA}"/>
    <dgm:cxn modelId="{2474F1E3-6800-45CE-B2C3-F80F18FA7BF4}" srcId="{98D683D3-0918-4DD5-B742-1E8F164F74D0}" destId="{9685DCBC-CDD2-4BB6-A80C-2C8A34443AA4}" srcOrd="1" destOrd="0" parTransId="{7D96D72F-295B-4B45-BC08-C5DB00DD843A}" sibTransId="{DB6118EF-E266-4739-9DF8-AF7139045B7B}"/>
    <dgm:cxn modelId="{710F13E5-BC0F-4634-9A5D-814D082B0584}" srcId="{7299AAD3-F25E-4826-B781-4CF1E36E095C}" destId="{4B8C6A2F-B99C-4C73-B882-62BD48B75FB7}" srcOrd="0" destOrd="0" parTransId="{1E37FE0F-6E27-40DD-A195-00410B355299}" sibTransId="{01AAA553-8FDD-460A-A7CA-B6F3377CBD1B}"/>
    <dgm:cxn modelId="{FEA843E5-9F79-461D-B222-82DC878A37FB}" type="presOf" srcId="{270D558A-DEA5-4202-8E02-BD0FEA628CC7}" destId="{5216A46F-C0C2-4E2B-8111-224122973C04}" srcOrd="0" destOrd="1" presId="urn:microsoft.com/office/officeart/2005/8/layout/process3"/>
    <dgm:cxn modelId="{195BDDE5-D7EB-4046-9DCB-073DF3BE73ED}" srcId="{92716B03-EB66-4274-9DD6-69F6ACAC52EF}" destId="{FB035C1C-7506-4BE6-9159-4191515EF642}" srcOrd="2" destOrd="0" parTransId="{8F4A0AF6-EE8F-41D0-94F9-3D58490D3CC0}" sibTransId="{9E5E296E-F3AE-4A42-A5FC-CF73A73721C4}"/>
    <dgm:cxn modelId="{BE7991E7-1A92-4826-BF42-5C9696D8193F}" type="presOf" srcId="{92716B03-EB66-4274-9DD6-69F6ACAC52EF}" destId="{E2BBEC52-9344-4864-A6CF-F65217800D33}" srcOrd="0" destOrd="0" presId="urn:microsoft.com/office/officeart/2005/8/layout/process3"/>
    <dgm:cxn modelId="{8A9E81E9-1B19-4250-9697-6A32C8BE73D9}" type="presOf" srcId="{C1F24CB9-EE3D-40B8-A201-694CB3431BFF}" destId="{191CA157-CBF1-4B90-8409-CE32BEB04FE3}" srcOrd="0" destOrd="0" presId="urn:microsoft.com/office/officeart/2005/8/layout/process3"/>
    <dgm:cxn modelId="{546217EC-A2CC-4AE5-AF0E-576B0ED91A48}" srcId="{98D683D3-0918-4DD5-B742-1E8F164F74D0}" destId="{4963188B-8479-4D96-B2AE-15464E93EA80}" srcOrd="0" destOrd="0" parTransId="{D0591DF2-A14D-47D2-83FF-3D5A5B89EBFE}" sibTransId="{8CF29654-D248-40A8-9A25-0419ECF39A02}"/>
    <dgm:cxn modelId="{27CD93EC-C0DD-49B6-BEE5-0A507BE285F4}" type="presOf" srcId="{0BC3C352-9F31-43A5-A80B-FEC49D129C78}" destId="{084E128C-3C98-43DA-8337-BA4177450064}" srcOrd="1" destOrd="0" presId="urn:microsoft.com/office/officeart/2005/8/layout/process3"/>
    <dgm:cxn modelId="{86D3E3ED-CE32-4325-AABF-09D5E28C77F1}" type="presOf" srcId="{484C1966-279B-4540-987C-F07FC3A9CA5A}" destId="{3DFADF14-4799-4C91-9BF9-BBF96B423D13}" srcOrd="0" destOrd="1" presId="urn:microsoft.com/office/officeart/2005/8/layout/process3"/>
    <dgm:cxn modelId="{2CB3F1EE-43A4-492D-A73E-A6283CF0BE5E}" type="presOf" srcId="{BB4E90F6-3286-4542-8D74-F453B633F18E}" destId="{3DFADF14-4799-4C91-9BF9-BBF96B423D13}" srcOrd="0" destOrd="0" presId="urn:microsoft.com/office/officeart/2005/8/layout/process3"/>
    <dgm:cxn modelId="{0875C7F0-8377-42D6-949E-CE622EEC238B}" srcId="{0BC3C352-9F31-43A5-A80B-FEC49D129C78}" destId="{6E2A97C3-3910-43C3-8050-629F00295CB8}" srcOrd="1" destOrd="0" parTransId="{850A10DE-BFAB-4B22-8BF6-0602B380AD56}" sibTransId="{B833BB48-5550-496B-9173-EF77C9E3D241}"/>
    <dgm:cxn modelId="{92D504F1-57C1-405E-AC05-6C825DB7B357}" type="presOf" srcId="{F29D4A81-AC3D-451B-BF2F-BEB115A62B60}" destId="{7B0132C5-4A5F-4F9A-B0E7-EA4280D0BE05}" srcOrd="0" destOrd="1" presId="urn:microsoft.com/office/officeart/2005/8/layout/process3"/>
    <dgm:cxn modelId="{C8E9CFF1-66B0-4913-901A-8DE95CC1BCB1}" type="presOf" srcId="{FAAEAD50-5406-4A31-89E6-92CDA9FFA572}" destId="{4C0D478F-78FA-48D4-963D-3162614FFAF6}" srcOrd="1" destOrd="0" presId="urn:microsoft.com/office/officeart/2005/8/layout/process3"/>
    <dgm:cxn modelId="{C531D0F3-7A66-4B1C-85C0-9F975AA91A06}" srcId="{98D683D3-0918-4DD5-B742-1E8F164F74D0}" destId="{92716B03-EB66-4274-9DD6-69F6ACAC52EF}" srcOrd="3" destOrd="0" parTransId="{228F0FF5-258E-4077-881E-629AE675AE78}" sibTransId="{4AEF6EFA-C8D6-423C-A8DE-7FFCC2E672A3}"/>
    <dgm:cxn modelId="{BE600B3A-0454-49AE-8452-7B7463B9FC3F}" type="presParOf" srcId="{4694687C-9CF4-4CD7-842C-603509841D67}" destId="{9C579ABA-4A9C-4D8A-B050-CF5E68C67A91}" srcOrd="0" destOrd="0" presId="urn:microsoft.com/office/officeart/2005/8/layout/process3"/>
    <dgm:cxn modelId="{BD32F078-547F-4436-BA33-FF6350C140EC}" type="presParOf" srcId="{9C579ABA-4A9C-4D8A-B050-CF5E68C67A91}" destId="{D9FF5682-63CB-4C73-84C1-4D453D953C90}" srcOrd="0" destOrd="0" presId="urn:microsoft.com/office/officeart/2005/8/layout/process3"/>
    <dgm:cxn modelId="{65573A28-B7DB-4998-954B-E6C76497237B}" type="presParOf" srcId="{9C579ABA-4A9C-4D8A-B050-CF5E68C67A91}" destId="{6A1E3FE7-B9BB-4FC5-9C4D-584D639CD4EB}" srcOrd="1" destOrd="0" presId="urn:microsoft.com/office/officeart/2005/8/layout/process3"/>
    <dgm:cxn modelId="{333EF4E7-4C5C-496D-B29D-FBF802A8CC25}" type="presParOf" srcId="{9C579ABA-4A9C-4D8A-B050-CF5E68C67A91}" destId="{43CD6EA6-BA1E-4203-8AAE-7680F7B48970}" srcOrd="2" destOrd="0" presId="urn:microsoft.com/office/officeart/2005/8/layout/process3"/>
    <dgm:cxn modelId="{90CD541F-E880-4C0A-AAA3-55BFA941DBD2}" type="presParOf" srcId="{4694687C-9CF4-4CD7-842C-603509841D67}" destId="{8FA0CC26-150B-41FC-AF85-4E06DEAB6702}" srcOrd="1" destOrd="0" presId="urn:microsoft.com/office/officeart/2005/8/layout/process3"/>
    <dgm:cxn modelId="{0567B2C3-30F1-4696-848C-D020F220E994}" type="presParOf" srcId="{8FA0CC26-150B-41FC-AF85-4E06DEAB6702}" destId="{DC97A385-5991-4A01-90AD-C1EE7D8CCFBD}" srcOrd="0" destOrd="0" presId="urn:microsoft.com/office/officeart/2005/8/layout/process3"/>
    <dgm:cxn modelId="{AC2A4958-7D1F-4DA5-9846-1145C16510D4}" type="presParOf" srcId="{4694687C-9CF4-4CD7-842C-603509841D67}" destId="{A08AE9B6-E94A-497B-9B24-F733181268C1}" srcOrd="2" destOrd="0" presId="urn:microsoft.com/office/officeart/2005/8/layout/process3"/>
    <dgm:cxn modelId="{FFE92333-0AEC-4DA2-9608-650C10E9EF97}" type="presParOf" srcId="{A08AE9B6-E94A-497B-9B24-F733181268C1}" destId="{B23478E2-9347-4796-8D7F-F6D594CFD434}" srcOrd="0" destOrd="0" presId="urn:microsoft.com/office/officeart/2005/8/layout/process3"/>
    <dgm:cxn modelId="{3A0D3BC4-A52D-46F3-B85A-FA7BEA7BE09A}" type="presParOf" srcId="{A08AE9B6-E94A-497B-9B24-F733181268C1}" destId="{85FD2900-FFC1-47E9-950A-CA78AB1C8B37}" srcOrd="1" destOrd="0" presId="urn:microsoft.com/office/officeart/2005/8/layout/process3"/>
    <dgm:cxn modelId="{87403D08-BFA2-43D6-B709-69EBBC1E3F48}" type="presParOf" srcId="{A08AE9B6-E94A-497B-9B24-F733181268C1}" destId="{5216A46F-C0C2-4E2B-8111-224122973C04}" srcOrd="2" destOrd="0" presId="urn:microsoft.com/office/officeart/2005/8/layout/process3"/>
    <dgm:cxn modelId="{ECDB1CA9-7413-41CD-9C26-22EB617463BE}" type="presParOf" srcId="{4694687C-9CF4-4CD7-842C-603509841D67}" destId="{C4412559-0C31-49D1-B920-7051A5B56EA2}" srcOrd="3" destOrd="0" presId="urn:microsoft.com/office/officeart/2005/8/layout/process3"/>
    <dgm:cxn modelId="{3B60A228-48BA-424D-B542-A33907202336}" type="presParOf" srcId="{C4412559-0C31-49D1-B920-7051A5B56EA2}" destId="{37432F7B-E6A1-4080-A399-144585C99BE2}" srcOrd="0" destOrd="0" presId="urn:microsoft.com/office/officeart/2005/8/layout/process3"/>
    <dgm:cxn modelId="{7B70694E-27F1-4C91-A306-973E4A0D1C7D}" type="presParOf" srcId="{4694687C-9CF4-4CD7-842C-603509841D67}" destId="{2FDE482D-5536-4A7A-921E-5310E5F31C15}" srcOrd="4" destOrd="0" presId="urn:microsoft.com/office/officeart/2005/8/layout/process3"/>
    <dgm:cxn modelId="{82563E80-10A7-409B-AAC1-68FA39E6B03B}" type="presParOf" srcId="{2FDE482D-5536-4A7A-921E-5310E5F31C15}" destId="{3F9EAA4B-3BB7-4B92-AD7C-6675506B9128}" srcOrd="0" destOrd="0" presId="urn:microsoft.com/office/officeart/2005/8/layout/process3"/>
    <dgm:cxn modelId="{33245725-1382-4325-91F1-C6E06AA8A0B5}" type="presParOf" srcId="{2FDE482D-5536-4A7A-921E-5310E5F31C15}" destId="{29B9189C-6326-4282-9991-2FEFBE054BDE}" srcOrd="1" destOrd="0" presId="urn:microsoft.com/office/officeart/2005/8/layout/process3"/>
    <dgm:cxn modelId="{4AE485A2-CE98-4C5E-B67C-F0EEC04E0400}" type="presParOf" srcId="{2FDE482D-5536-4A7A-921E-5310E5F31C15}" destId="{3DFADF14-4799-4C91-9BF9-BBF96B423D13}" srcOrd="2" destOrd="0" presId="urn:microsoft.com/office/officeart/2005/8/layout/process3"/>
    <dgm:cxn modelId="{F90A61EE-C3CD-42FF-B7EF-C49978FCE666}" type="presParOf" srcId="{4694687C-9CF4-4CD7-842C-603509841D67}" destId="{9B70A47E-2CE7-4776-8690-74C52F91D4C1}" srcOrd="5" destOrd="0" presId="urn:microsoft.com/office/officeart/2005/8/layout/process3"/>
    <dgm:cxn modelId="{5779B2A8-5F84-4115-84AB-C4E903C240C5}" type="presParOf" srcId="{9B70A47E-2CE7-4776-8690-74C52F91D4C1}" destId="{4C0D478F-78FA-48D4-963D-3162614FFAF6}" srcOrd="0" destOrd="0" presId="urn:microsoft.com/office/officeart/2005/8/layout/process3"/>
    <dgm:cxn modelId="{74845AB8-DA52-44DD-8B63-CF6378609863}" type="presParOf" srcId="{4694687C-9CF4-4CD7-842C-603509841D67}" destId="{85E8A320-D413-4672-820B-FC35106A195E}" srcOrd="6" destOrd="0" presId="urn:microsoft.com/office/officeart/2005/8/layout/process3"/>
    <dgm:cxn modelId="{2BA5C49A-29B7-4929-A912-35BEE0943778}" type="presParOf" srcId="{85E8A320-D413-4672-820B-FC35106A195E}" destId="{E2BBEC52-9344-4864-A6CF-F65217800D33}" srcOrd="0" destOrd="0" presId="urn:microsoft.com/office/officeart/2005/8/layout/process3"/>
    <dgm:cxn modelId="{1E4F7594-92AE-4971-BE3C-D09C4A14CDEF}" type="presParOf" srcId="{85E8A320-D413-4672-820B-FC35106A195E}" destId="{407D098C-1317-49D7-9FA3-2EA98EDB179A}" srcOrd="1" destOrd="0" presId="urn:microsoft.com/office/officeart/2005/8/layout/process3"/>
    <dgm:cxn modelId="{4EC0919E-3474-4602-862E-8F45794F7FF6}" type="presParOf" srcId="{85E8A320-D413-4672-820B-FC35106A195E}" destId="{B9CB0F45-4835-4EEF-B3C6-A385EE42CDCE}" srcOrd="2" destOrd="0" presId="urn:microsoft.com/office/officeart/2005/8/layout/process3"/>
    <dgm:cxn modelId="{B9D3D952-800E-4AA6-8FB3-E8CEB4A231FE}" type="presParOf" srcId="{4694687C-9CF4-4CD7-842C-603509841D67}" destId="{C6BF9A5E-25E8-4A92-A6FF-2DEF89A02ADC}" srcOrd="7" destOrd="0" presId="urn:microsoft.com/office/officeart/2005/8/layout/process3"/>
    <dgm:cxn modelId="{032FC5E2-E377-4F4C-9A6C-EFB1643C6C0A}" type="presParOf" srcId="{C6BF9A5E-25E8-4A92-A6FF-2DEF89A02ADC}" destId="{27E78252-365D-483E-8838-05D32EDC540F}" srcOrd="0" destOrd="0" presId="urn:microsoft.com/office/officeart/2005/8/layout/process3"/>
    <dgm:cxn modelId="{1366A70E-4B54-4EB0-A98E-ABDE7B9153E7}" type="presParOf" srcId="{4694687C-9CF4-4CD7-842C-603509841D67}" destId="{1EF07153-514B-4C69-A3BF-AAAFC6149234}" srcOrd="8" destOrd="0" presId="urn:microsoft.com/office/officeart/2005/8/layout/process3"/>
    <dgm:cxn modelId="{09F1C092-A0DF-4745-885C-09C53CE5C121}" type="presParOf" srcId="{1EF07153-514B-4C69-A3BF-AAAFC6149234}" destId="{887FCF49-F187-4B21-AE97-D6726B3430BE}" srcOrd="0" destOrd="0" presId="urn:microsoft.com/office/officeart/2005/8/layout/process3"/>
    <dgm:cxn modelId="{B76F50C3-B42A-4D15-9A68-7489DD1AE3FC}" type="presParOf" srcId="{1EF07153-514B-4C69-A3BF-AAAFC6149234}" destId="{084E128C-3C98-43DA-8337-BA4177450064}" srcOrd="1" destOrd="0" presId="urn:microsoft.com/office/officeart/2005/8/layout/process3"/>
    <dgm:cxn modelId="{0D866B4D-5675-4418-8CD2-74F4DDCA14BD}" type="presParOf" srcId="{1EF07153-514B-4C69-A3BF-AAAFC6149234}" destId="{76561EF9-843E-4E5C-80C6-3C2BB8C12B35}" srcOrd="2" destOrd="0" presId="urn:microsoft.com/office/officeart/2005/8/layout/process3"/>
    <dgm:cxn modelId="{AE9E80AF-97B3-4167-82CE-291CFF6FF8DC}" type="presParOf" srcId="{4694687C-9CF4-4CD7-842C-603509841D67}" destId="{191CA157-CBF1-4B90-8409-CE32BEB04FE3}" srcOrd="9" destOrd="0" presId="urn:microsoft.com/office/officeart/2005/8/layout/process3"/>
    <dgm:cxn modelId="{C86FF52A-A408-45D2-B2D2-31B8FF764346}" type="presParOf" srcId="{191CA157-CBF1-4B90-8409-CE32BEB04FE3}" destId="{76E55DD4-8497-4422-A778-7BB70B44DEA5}" srcOrd="0" destOrd="0" presId="urn:microsoft.com/office/officeart/2005/8/layout/process3"/>
    <dgm:cxn modelId="{54A42913-8157-40B3-B9CA-9B023AB00981}" type="presParOf" srcId="{4694687C-9CF4-4CD7-842C-603509841D67}" destId="{BE72EA61-2999-4F9A-8AEC-7CF249FD27CB}" srcOrd="10" destOrd="0" presId="urn:microsoft.com/office/officeart/2005/8/layout/process3"/>
    <dgm:cxn modelId="{AF92E419-2401-4E3A-8552-EE7553BAE6F7}" type="presParOf" srcId="{BE72EA61-2999-4F9A-8AEC-7CF249FD27CB}" destId="{34CA9026-52A4-48BC-B1E1-39F1F1F3413B}" srcOrd="0" destOrd="0" presId="urn:microsoft.com/office/officeart/2005/8/layout/process3"/>
    <dgm:cxn modelId="{CEA6B829-CFE1-410E-AE38-1D9AD674BC13}" type="presParOf" srcId="{BE72EA61-2999-4F9A-8AEC-7CF249FD27CB}" destId="{9AC3774C-C6CA-4870-B9AD-02C37138E8BD}" srcOrd="1" destOrd="0" presId="urn:microsoft.com/office/officeart/2005/8/layout/process3"/>
    <dgm:cxn modelId="{2A7B478F-5C41-41B3-A4EA-825CABDC0125}" type="presParOf" srcId="{BE72EA61-2999-4F9A-8AEC-7CF249FD27CB}" destId="{7B0132C5-4A5F-4F9A-B0E7-EA4280D0BE05}" srcOrd="2" destOrd="0" presId="urn:microsoft.com/office/officeart/2005/8/layout/process3"/>
    <dgm:cxn modelId="{1C1CD2A7-4483-4B42-9FE4-6C9750AFD5D9}" type="presParOf" srcId="{4694687C-9CF4-4CD7-842C-603509841D67}" destId="{081B626F-3F86-4DFB-9F49-B70364F51059}" srcOrd="11" destOrd="0" presId="urn:microsoft.com/office/officeart/2005/8/layout/process3"/>
    <dgm:cxn modelId="{32701D4E-56C8-43D9-905E-A569D4F09F95}" type="presParOf" srcId="{081B626F-3F86-4DFB-9F49-B70364F51059}" destId="{F8D59798-5D4E-4AE2-97F2-C52EB05DEF57}" srcOrd="0" destOrd="0" presId="urn:microsoft.com/office/officeart/2005/8/layout/process3"/>
    <dgm:cxn modelId="{5029E751-CB9F-4F06-B618-BE4F1EF2B9E8}" type="presParOf" srcId="{4694687C-9CF4-4CD7-842C-603509841D67}" destId="{ACCC209F-B8A0-4856-8017-9B57A75FEF3A}" srcOrd="12" destOrd="0" presId="urn:microsoft.com/office/officeart/2005/8/layout/process3"/>
    <dgm:cxn modelId="{33A08F06-DCA8-4F66-9390-58C8099BB2E9}" type="presParOf" srcId="{ACCC209F-B8A0-4856-8017-9B57A75FEF3A}" destId="{8DF30913-1D31-478C-9876-7884B717868B}" srcOrd="0" destOrd="0" presId="urn:microsoft.com/office/officeart/2005/8/layout/process3"/>
    <dgm:cxn modelId="{C4412FFA-158B-4E69-8150-EDFDB4EBBAB9}" type="presParOf" srcId="{ACCC209F-B8A0-4856-8017-9B57A75FEF3A}" destId="{63070EB7-B5B5-4963-850F-A3BEC83AA30D}" srcOrd="1" destOrd="0" presId="urn:microsoft.com/office/officeart/2005/8/layout/process3"/>
    <dgm:cxn modelId="{7294EC95-9E9F-4818-AB62-8B05B53C04DB}" type="presParOf" srcId="{ACCC209F-B8A0-4856-8017-9B57A75FEF3A}" destId="{33C540CB-AEB4-43EA-97DF-1A774A5AE1FA}" srcOrd="2" destOrd="0" presId="urn:microsoft.com/office/officeart/2005/8/layout/process3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E3FE7-B9BB-4FC5-9C4D-584D639CD4EB}">
      <dsp:nvSpPr>
        <dsp:cNvPr id="0" name=""/>
        <dsp:cNvSpPr/>
      </dsp:nvSpPr>
      <dsp:spPr>
        <a:xfrm>
          <a:off x="1497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schemeClr val="tx1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Arial" pitchFamily="34" charset="0"/>
              <a:ea typeface="Arial" pitchFamily="34" charset="-122"/>
              <a:cs typeface="Arial" pitchFamily="34" charset="-120"/>
            </a:rPr>
            <a:t>Ingest Data</a:t>
          </a:r>
          <a:endParaRPr lang="en-US" sz="1100" kern="1200" dirty="0">
            <a:latin typeface="Arial" pitchFamily="34" charset="0"/>
            <a:ea typeface="Arial" pitchFamily="34" charset="-122"/>
            <a:cs typeface="Arial" pitchFamily="34" charset="-120"/>
          </a:endParaRPr>
        </a:p>
      </dsp:txBody>
      <dsp:txXfrm>
        <a:off x="1497" y="1099750"/>
        <a:ext cx="1036981" cy="374983"/>
      </dsp:txXfrm>
    </dsp:sp>
    <dsp:sp modelId="{43CD6EA6-BA1E-4203-8AAE-7680F7B48970}">
      <dsp:nvSpPr>
        <dsp:cNvPr id="0" name=""/>
        <dsp:cNvSpPr/>
      </dsp:nvSpPr>
      <dsp:spPr>
        <a:xfrm>
          <a:off x="213891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CSV | Parquet | Excel | Big Query</a:t>
          </a:r>
        </a:p>
      </dsp:txBody>
      <dsp:txXfrm>
        <a:off x="244263" y="1505105"/>
        <a:ext cx="976237" cy="1776943"/>
      </dsp:txXfrm>
    </dsp:sp>
    <dsp:sp modelId="{8FA0CC26-150B-41FC-AF85-4E06DEAB6702}">
      <dsp:nvSpPr>
        <dsp:cNvPr id="0" name=""/>
        <dsp:cNvSpPr/>
      </dsp:nvSpPr>
      <dsp:spPr>
        <a:xfrm>
          <a:off x="1195681" y="1158152"/>
          <a:ext cx="333269" cy="25817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1</a:t>
          </a:r>
        </a:p>
      </dsp:txBody>
      <dsp:txXfrm>
        <a:off x="1195681" y="1209788"/>
        <a:ext cx="255816" cy="154906"/>
      </dsp:txXfrm>
    </dsp:sp>
    <dsp:sp modelId="{85FD2900-FFC1-47E9-950A-CA78AB1C8B37}">
      <dsp:nvSpPr>
        <dsp:cNvPr id="0" name=""/>
        <dsp:cNvSpPr/>
      </dsp:nvSpPr>
      <dsp:spPr>
        <a:xfrm>
          <a:off x="1667289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Bin &amp; Rank</a:t>
          </a:r>
          <a:endParaRPr lang="en-IN" sz="1000" b="1" kern="1200" dirty="0">
            <a:solidFill>
              <a:prstClr val="white"/>
            </a:solidFill>
            <a:latin typeface="Arial" pitchFamily="34" charset="0"/>
            <a:ea typeface="Arial" pitchFamily="34" charset="-122"/>
            <a:cs typeface="Arial" pitchFamily="34" charset="-120"/>
          </a:endParaRPr>
        </a:p>
      </dsp:txBody>
      <dsp:txXfrm>
        <a:off x="1667289" y="1099750"/>
        <a:ext cx="1036981" cy="374983"/>
      </dsp:txXfrm>
    </dsp:sp>
    <dsp:sp modelId="{5216A46F-C0C2-4E2B-8111-224122973C04}">
      <dsp:nvSpPr>
        <dsp:cNvPr id="0" name=""/>
        <dsp:cNvSpPr/>
      </dsp:nvSpPr>
      <dsp:spPr>
        <a:xfrm>
          <a:off x="1879683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Bin features (Naive or Optimal)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Rank by IV or Response Rate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Keep top-N variables</a:t>
          </a:r>
          <a:endParaRPr lang="en-US" sz="1100" kern="1200" dirty="0"/>
        </a:p>
      </dsp:txBody>
      <dsp:txXfrm>
        <a:off x="1910055" y="1505105"/>
        <a:ext cx="976237" cy="1776943"/>
      </dsp:txXfrm>
    </dsp:sp>
    <dsp:sp modelId="{C4412559-0C31-49D1-B920-7051A5B56EA2}">
      <dsp:nvSpPr>
        <dsp:cNvPr id="0" name=""/>
        <dsp:cNvSpPr/>
      </dsp:nvSpPr>
      <dsp:spPr>
        <a:xfrm>
          <a:off x="2861473" y="1158152"/>
          <a:ext cx="333269" cy="258178"/>
        </a:xfrm>
        <a:prstGeom prst="rightArrow">
          <a:avLst>
            <a:gd name="adj1" fmla="val 60000"/>
            <a:gd name="adj2" fmla="val 50000"/>
          </a:avLst>
        </a:prstGeom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2</a:t>
          </a:r>
        </a:p>
      </dsp:txBody>
      <dsp:txXfrm>
        <a:off x="2861473" y="1209788"/>
        <a:ext cx="255816" cy="154906"/>
      </dsp:txXfrm>
    </dsp:sp>
    <dsp:sp modelId="{29B9189C-6326-4282-9991-2FEFBE054BDE}">
      <dsp:nvSpPr>
        <dsp:cNvPr id="0" name=""/>
        <dsp:cNvSpPr/>
      </dsp:nvSpPr>
      <dsp:spPr>
        <a:xfrm>
          <a:off x="3333081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1 / 2 / 3-way</a:t>
          </a:r>
          <a:endParaRPr lang="en-IN" sz="1000" b="1" kern="1200" dirty="0">
            <a:solidFill>
              <a:prstClr val="white"/>
            </a:solidFill>
            <a:latin typeface="Arial" pitchFamily="34" charset="0"/>
            <a:ea typeface="Arial" pitchFamily="34" charset="-122"/>
            <a:cs typeface="Arial" pitchFamily="34" charset="-120"/>
          </a:endParaRPr>
        </a:p>
      </dsp:txBody>
      <dsp:txXfrm>
        <a:off x="3333081" y="1099750"/>
        <a:ext cx="1036981" cy="374983"/>
      </dsp:txXfrm>
    </dsp:sp>
    <dsp:sp modelId="{3DFADF14-4799-4C91-9BF9-BBF96B423D13}">
      <dsp:nvSpPr>
        <dsp:cNvPr id="0" name=""/>
        <dsp:cNvSpPr/>
      </dsp:nvSpPr>
      <dsp:spPr>
        <a:xfrm>
          <a:off x="3545475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Apriori-style search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Build interaction rules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Prune weak candidates early</a:t>
          </a:r>
          <a:endParaRPr lang="en-US" sz="1100" kern="1200" dirty="0"/>
        </a:p>
      </dsp:txBody>
      <dsp:txXfrm>
        <a:off x="3575847" y="1505105"/>
        <a:ext cx="976237" cy="1776943"/>
      </dsp:txXfrm>
    </dsp:sp>
    <dsp:sp modelId="{9B70A47E-2CE7-4776-8690-74C52F91D4C1}">
      <dsp:nvSpPr>
        <dsp:cNvPr id="0" name=""/>
        <dsp:cNvSpPr/>
      </dsp:nvSpPr>
      <dsp:spPr>
        <a:xfrm>
          <a:off x="4527265" y="1158152"/>
          <a:ext cx="333269" cy="258178"/>
        </a:xfrm>
        <a:prstGeom prst="rightArrow">
          <a:avLst>
            <a:gd name="adj1" fmla="val 60000"/>
            <a:gd name="adj2" fmla="val 50000"/>
          </a:avLst>
        </a:prstGeom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</a:t>
          </a:r>
        </a:p>
      </dsp:txBody>
      <dsp:txXfrm>
        <a:off x="4527265" y="1209788"/>
        <a:ext cx="255816" cy="154906"/>
      </dsp:txXfrm>
    </dsp:sp>
    <dsp:sp modelId="{407D098C-1317-49D7-9FA3-2EA98EDB179A}">
      <dsp:nvSpPr>
        <dsp:cNvPr id="0" name=""/>
        <dsp:cNvSpPr/>
      </dsp:nvSpPr>
      <dsp:spPr>
        <a:xfrm>
          <a:off x="4998872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Arial" pitchFamily="34" charset="0"/>
              <a:ea typeface="Arial" pitchFamily="34" charset="-122"/>
              <a:cs typeface="Arial" pitchFamily="34" charset="-120"/>
            </a:rPr>
            <a:t>Mine Rules</a:t>
          </a:r>
          <a:endParaRPr lang="en-US" sz="1100" kern="1200" dirty="0"/>
        </a:p>
      </dsp:txBody>
      <dsp:txXfrm>
        <a:off x="4998872" y="1099750"/>
        <a:ext cx="1036981" cy="374983"/>
      </dsp:txXfrm>
    </dsp:sp>
    <dsp:sp modelId="{B9CB0F45-4835-4EEF-B3C6-A385EE42CDCE}">
      <dsp:nvSpPr>
        <dsp:cNvPr id="0" name=""/>
        <dsp:cNvSpPr/>
      </dsp:nvSpPr>
      <dsp:spPr>
        <a:xfrm>
          <a:off x="5211266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Rank by user sort priority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(lift → response → count)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Optional adjacent-bin merge</a:t>
          </a:r>
          <a:endParaRPr lang="en-US" sz="1100" kern="1200" dirty="0"/>
        </a:p>
      </dsp:txBody>
      <dsp:txXfrm>
        <a:off x="5241638" y="1505105"/>
        <a:ext cx="976237" cy="1776943"/>
      </dsp:txXfrm>
    </dsp:sp>
    <dsp:sp modelId="{C6BF9A5E-25E8-4A92-A6FF-2DEF89A02ADC}">
      <dsp:nvSpPr>
        <dsp:cNvPr id="0" name=""/>
        <dsp:cNvSpPr/>
      </dsp:nvSpPr>
      <dsp:spPr>
        <a:xfrm>
          <a:off x="6193056" y="1158152"/>
          <a:ext cx="333269" cy="258178"/>
        </a:xfrm>
        <a:prstGeom prst="rightArrow">
          <a:avLst>
            <a:gd name="adj1" fmla="val 60000"/>
            <a:gd name="adj2" fmla="val 50000"/>
          </a:avLst>
        </a:prstGeom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</a:t>
          </a:r>
        </a:p>
      </dsp:txBody>
      <dsp:txXfrm>
        <a:off x="6193056" y="1209788"/>
        <a:ext cx="255816" cy="154906"/>
      </dsp:txXfrm>
    </dsp:sp>
    <dsp:sp modelId="{084E128C-3C98-43DA-8337-BA4177450064}">
      <dsp:nvSpPr>
        <dsp:cNvPr id="0" name=""/>
        <dsp:cNvSpPr/>
      </dsp:nvSpPr>
      <dsp:spPr>
        <a:xfrm>
          <a:off x="6664664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Iterate on Residual</a:t>
          </a:r>
        </a:p>
      </dsp:txBody>
      <dsp:txXfrm>
        <a:off x="6664664" y="1099750"/>
        <a:ext cx="1036981" cy="374983"/>
      </dsp:txXfrm>
    </dsp:sp>
    <dsp:sp modelId="{76561EF9-843E-4E5C-80C6-3C2BB8C12B35}">
      <dsp:nvSpPr>
        <dsp:cNvPr id="0" name=""/>
        <dsp:cNvSpPr/>
      </dsp:nvSpPr>
      <dsp:spPr>
        <a:xfrm>
          <a:off x="6877058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Apply hard constraints</a:t>
          </a:r>
          <a:b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</a:br>
          <a:r>
            <a:rPr lang="en-US" sz="900" kern="1200" dirty="0">
              <a:latin typeface="Arial" pitchFamily="34" charset="0"/>
              <a:ea typeface="Arial" pitchFamily="34" charset="-122"/>
              <a:cs typeface="Arial" pitchFamily="34" charset="-120"/>
            </a:rPr>
            <a:t>(min lift · min events · min size)</a:t>
          </a:r>
          <a:endParaRPr lang="en-US" sz="9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Remove matched rows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Repeat until no valid rule left</a:t>
          </a:r>
          <a:endParaRPr lang="en-US" sz="1100" kern="1200" dirty="0"/>
        </a:p>
      </dsp:txBody>
      <dsp:txXfrm>
        <a:off x="6907430" y="1505105"/>
        <a:ext cx="976237" cy="1776943"/>
      </dsp:txXfrm>
    </dsp:sp>
    <dsp:sp modelId="{191CA157-CBF1-4B90-8409-CE32BEB04FE3}">
      <dsp:nvSpPr>
        <dsp:cNvPr id="0" name=""/>
        <dsp:cNvSpPr/>
      </dsp:nvSpPr>
      <dsp:spPr>
        <a:xfrm>
          <a:off x="7858848" y="1158152"/>
          <a:ext cx="333269" cy="258178"/>
        </a:xfrm>
        <a:prstGeom prst="rightArrow">
          <a:avLst>
            <a:gd name="adj1" fmla="val 60000"/>
            <a:gd name="adj2" fmla="val 50000"/>
          </a:avLst>
        </a:prstGeom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5</a:t>
          </a:r>
        </a:p>
      </dsp:txBody>
      <dsp:txXfrm>
        <a:off x="7858848" y="1209788"/>
        <a:ext cx="255816" cy="154906"/>
      </dsp:txXfrm>
    </dsp:sp>
    <dsp:sp modelId="{9AC3774C-C6CA-4870-B9AD-02C37138E8BD}">
      <dsp:nvSpPr>
        <dsp:cNvPr id="0" name=""/>
        <dsp:cNvSpPr/>
      </dsp:nvSpPr>
      <dsp:spPr>
        <a:xfrm>
          <a:off x="8330456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Segment Summary</a:t>
          </a:r>
        </a:p>
      </dsp:txBody>
      <dsp:txXfrm>
        <a:off x="8330456" y="1099750"/>
        <a:ext cx="1036981" cy="374983"/>
      </dsp:txXfrm>
    </dsp:sp>
    <dsp:sp modelId="{7B0132C5-4A5F-4F9A-B0E7-EA4280D0BE05}">
      <dsp:nvSpPr>
        <dsp:cNvPr id="0" name=""/>
        <dsp:cNvSpPr/>
      </dsp:nvSpPr>
      <dsp:spPr>
        <a:xfrm>
          <a:off x="8542850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Pure ANSI SQL filters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Lift · rate · capture · cumulative capture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Full diagnostic report</a:t>
          </a:r>
          <a:endParaRPr lang="en-US" sz="1100" kern="1200" dirty="0"/>
        </a:p>
      </dsp:txBody>
      <dsp:txXfrm>
        <a:off x="8573222" y="1505105"/>
        <a:ext cx="976237" cy="1776943"/>
      </dsp:txXfrm>
    </dsp:sp>
    <dsp:sp modelId="{081B626F-3F86-4DFB-9F49-B70364F51059}">
      <dsp:nvSpPr>
        <dsp:cNvPr id="0" name=""/>
        <dsp:cNvSpPr/>
      </dsp:nvSpPr>
      <dsp:spPr>
        <a:xfrm>
          <a:off x="9524640" y="1158152"/>
          <a:ext cx="333269" cy="258178"/>
        </a:xfrm>
        <a:prstGeom prst="rightArrow">
          <a:avLst>
            <a:gd name="adj1" fmla="val 60000"/>
            <a:gd name="adj2" fmla="val 50000"/>
          </a:avLst>
        </a:prstGeom>
        <a:solidFill>
          <a:prstClr val="black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6</a:t>
          </a:r>
        </a:p>
      </dsp:txBody>
      <dsp:txXfrm>
        <a:off x="9524640" y="1209788"/>
        <a:ext cx="255816" cy="154906"/>
      </dsp:txXfrm>
    </dsp:sp>
    <dsp:sp modelId="{63070EB7-B5B5-4963-850F-A3BEC83AA30D}">
      <dsp:nvSpPr>
        <dsp:cNvPr id="0" name=""/>
        <dsp:cNvSpPr/>
      </dsp:nvSpPr>
      <dsp:spPr>
        <a:xfrm>
          <a:off x="9996248" y="1099750"/>
          <a:ext cx="1036981" cy="56247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solidFill>
            <a:prstClr val="black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prstClr val="white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Score &amp; Deciles</a:t>
          </a:r>
        </a:p>
      </dsp:txBody>
      <dsp:txXfrm>
        <a:off x="9996248" y="1099750"/>
        <a:ext cx="1036981" cy="374983"/>
      </dsp:txXfrm>
    </dsp:sp>
    <dsp:sp modelId="{33C540CB-AEB4-43EA-97DF-1A774A5AE1FA}">
      <dsp:nvSpPr>
        <dsp:cNvPr id="0" name=""/>
        <dsp:cNvSpPr/>
      </dsp:nvSpPr>
      <dsp:spPr>
        <a:xfrm>
          <a:off x="10208641" y="1474733"/>
          <a:ext cx="1036981" cy="183768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Weight segments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Score full dataset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Build decile thresholds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latin typeface="Arial" pitchFamily="34" charset="0"/>
              <a:ea typeface="Arial" pitchFamily="34" charset="-122"/>
              <a:cs typeface="Arial" pitchFamily="34" charset="-120"/>
            </a:rPr>
            <a:t>Export JSON scorecard</a:t>
          </a:r>
          <a:endParaRPr lang="en-US" sz="1100" kern="1200" dirty="0"/>
        </a:p>
      </dsp:txBody>
      <dsp:txXfrm>
        <a:off x="10239013" y="1505105"/>
        <a:ext cx="976237" cy="1776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8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6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segments. Production-ready SQL.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black-box trees.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011680" cy="457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Segmentation &amp; Scorecard Engine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E8049-12DB-8797-21CC-F61B86C80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324" y="0"/>
            <a:ext cx="38596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The problem with decision trees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load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tables, mixed sources, memory spikes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459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tax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2044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/ label encode kills meaning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459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Unreadable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5508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depth 4 no one can explain it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961120" y="1188720"/>
            <a:ext cx="2651760" cy="4389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164592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root bias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18972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starts from the same variable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2A5B977F-9CA9-A9AA-BF0C-97E6B7F1F662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700436"/>
              </p:ext>
            </p:extLst>
          </p:nvPr>
        </p:nvGraphicFramePr>
        <p:xfrm>
          <a:off x="480060" y="1029546"/>
          <a:ext cx="10807700" cy="49501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5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Key Capability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Decision Tree (DT)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DB0011"/>
                          </a:solidFill>
                          <a:latin typeface="Open Sans"/>
                        </a:rPr>
                        <a:t>RapidSegment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03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Splitting Dynamics</a:t>
                      </a:r>
                    </a:p>
                  </a:txBody>
                  <a:tcPr marL="4191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Splits on </a:t>
                      </a:r>
                      <a:r>
                        <a:rPr sz="1200" b="1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1 variable</a:t>
                      </a:r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 at a time (univariate).</a:t>
                      </a:r>
                    </a:p>
                  </a:txBody>
                  <a:tcPr marL="314325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Can choose to split up to 3 variable interactions simultaneously.</a:t>
                      </a:r>
                    </a:p>
                  </a:txBody>
                  <a:tcPr marL="3048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03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Feature Reuse</a:t>
                      </a:r>
                    </a:p>
                  </a:txBody>
                  <a:tcPr marL="4191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Splits on the same variable at various depths, reducing explainability to stakeholders.</a:t>
                      </a:r>
                    </a:p>
                  </a:txBody>
                  <a:tcPr marL="314325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Provides explicit options to reduce feature reuse, keeping rules clean.</a:t>
                      </a:r>
                    </a:p>
                  </a:txBody>
                  <a:tcPr marL="3048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03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Segment Uniqueness</a:t>
                      </a:r>
                    </a:p>
                  </a:txBody>
                  <a:tcPr marL="4191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Complementary (Yes/No) branches using similar variables; creates overlapping contexts.</a:t>
                      </a:r>
                    </a:p>
                  </a:txBody>
                  <a:tcPr marL="314325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Groups similar variables to select only the best, yielding highly distinct, unique segments.</a:t>
                      </a:r>
                    </a:p>
                  </a:txBody>
                  <a:tcPr marL="3048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03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Business Constraints</a:t>
                      </a:r>
                    </a:p>
                  </a:txBody>
                  <a:tcPr marL="4191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Maximizes Gini Gain; only provides basic controls for minimum sample size.</a:t>
                      </a:r>
                    </a:p>
                  </a:txBody>
                  <a:tcPr marL="314325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Guarantees hard-defined min event, min lift, and min capture per segment.</a:t>
                      </a:r>
                    </a:p>
                  </a:txBody>
                  <a:tcPr marL="3048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03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NULL Handling</a:t>
                      </a:r>
                    </a:p>
                  </a:txBody>
                  <a:tcPr marL="4191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Requires pre-imputation of missing values or relies on complex surrogate splits.</a:t>
                      </a:r>
                    </a:p>
                  </a:txBody>
                  <a:tcPr marL="314325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Natively handles NULLs </a:t>
                      </a:r>
                      <a:r>
                        <a:rPr sz="1200" b="0" i="0" u="none" kern="1200" dirty="0">
                          <a:solidFill>
                            <a:srgbClr val="333333"/>
                          </a:solidFill>
                          <a:latin typeface="Open Sans"/>
                          <a:ea typeface="+mn-ea"/>
                          <a:cs typeface="+mn-cs"/>
                        </a:rPr>
                        <a:t>directly</a:t>
                      </a:r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 within the SQL output without preprocessing.</a:t>
                      </a:r>
                    </a:p>
                  </a:txBody>
                  <a:tcPr marL="3048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703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Output Format</a:t>
                      </a:r>
                    </a:p>
                  </a:txBody>
                  <a:tcPr marL="4191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555555"/>
                          </a:solidFill>
                          <a:latin typeface="Open Sans"/>
                        </a:rPr>
                        <a:t>Yields complex, deeply nested IF-ELSE tree paths that are difficult to audit.</a:t>
                      </a:r>
                    </a:p>
                  </a:txBody>
                  <a:tcPr marL="314325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3333"/>
                          </a:solidFill>
                          <a:latin typeface="Open Sans"/>
                        </a:rPr>
                        <a:t>Produces flat, audit-ready ANSI SQL rules ready for immediate deployment.</a:t>
                      </a:r>
                    </a:p>
                  </a:txBody>
                  <a:tcPr marL="3048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32463" y="707413"/>
            <a:ext cx="93630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chemeClr val="bg2">
                    <a:lumMod val="75000"/>
                  </a:schemeClr>
                </a:solidFill>
              </a:rPr>
              <a:t>A fundamental shift from traditional splitting to stakeholder-centric, robust segmentation.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98" y="1823240"/>
            <a:ext cx="190500" cy="1524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93" y="1823240"/>
            <a:ext cx="123825" cy="1333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51" y="1720953"/>
            <a:ext cx="11430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98" y="2534542"/>
            <a:ext cx="190500" cy="1524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91" y="2515705"/>
            <a:ext cx="123825" cy="1333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895" y="2465350"/>
            <a:ext cx="11430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19" y="3284712"/>
            <a:ext cx="190500" cy="1524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93" y="3211380"/>
            <a:ext cx="123825" cy="1333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51" y="3250306"/>
            <a:ext cx="11430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31" y="3996014"/>
            <a:ext cx="190500" cy="152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92" y="3993328"/>
            <a:ext cx="123825" cy="1333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51" y="4005748"/>
            <a:ext cx="11430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31" y="4746184"/>
            <a:ext cx="190500" cy="1524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93" y="4727283"/>
            <a:ext cx="123825" cy="1333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895" y="4753884"/>
            <a:ext cx="11430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398" y="5499639"/>
            <a:ext cx="190500" cy="1524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993" y="5486423"/>
            <a:ext cx="123825" cy="1333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895" y="5426057"/>
            <a:ext cx="114300" cy="133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B33276A4-18DA-3AAA-9273-510CF3A728F2}"/>
              </a:ext>
            </a:extLst>
          </p:cNvPr>
          <p:cNvSpPr/>
          <p:nvPr/>
        </p:nvSpPr>
        <p:spPr>
          <a:xfrm>
            <a:off x="432463" y="3126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420"/>
              </a:lnSpc>
            </a:pPr>
            <a:r>
              <a:rPr lang="en-IN" sz="2200" b="1" dirty="0">
                <a:solidFill>
                  <a:srgbClr val="333333"/>
                </a:solidFill>
                <a:latin typeface="Georgia" panose="02040502050405020303" pitchFamily="18" charset="0"/>
              </a:rPr>
              <a:t>DECISION TREE vs RAPIDSEGMENT</a:t>
            </a:r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B0CDCD91-1597-57A4-9362-3712D819195B}"/>
              </a:ext>
            </a:extLst>
          </p:cNvPr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507CE30B-5E44-F361-EF19-C308974A064F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Hours vs minutes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94960" cy="502920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path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&amp; clean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Encode categoricals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Fit tree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Extract leaves manually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Residual loops ×4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Translate to SQL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4–12+ hours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17920" y="1005840"/>
            <a:ext cx="5394960" cy="5029200"/>
          </a:xfrm>
          <a:prstGeom prst="roundRect">
            <a:avLst>
              <a:gd name="adj" fmla="val 181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path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with UniversalDataLoader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Native categoricals (no encode)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836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extract_segments() — one call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836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SQL filters produced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83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Scorecard JSON + weights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583680" y="5120639"/>
            <a:ext cx="4754880" cy="655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5–15* minutes</a:t>
            </a:r>
            <a:b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i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*Depends on the size of data but mostly faster as tested on 2.5M dataset and 30 columns</a:t>
            </a:r>
            <a:endParaRPr lang="en-US" sz="2000" i="1" dirty="0"/>
          </a:p>
        </p:txBody>
      </p:sp>
      <p:sp>
        <p:nvSpPr>
          <p:cNvPr id="27" name="Text 23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00B60A46-8630-AA17-4BCE-233E4A929FED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What stakeholders actually see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94960" cy="5212080"/>
          </a:xfrm>
          <a:prstGeom prst="roundRect">
            <a:avLst>
              <a:gd name="adj" fmla="val 1754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— not human friendly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max_dpd_12m ≤ 15.5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util_avg ≤ 0.42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risk_seg = Low → Leaf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util_avg &gt; 0.42 → Leaf C/D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max_dpd_12m &gt; 15.5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util ≤ 0.71 → Leaf E/F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... 47 more nodes 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[unreadable]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5394960" cy="5212080"/>
          </a:xfrm>
          <a:prstGeom prst="roundRect">
            <a:avLst>
              <a:gd name="adj" fmla="val 175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49224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— readable SQL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DF0F0"/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6629400" y="1709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   Lift 4.8×   n=2,140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057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max_dpd_12m &gt;= 60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utilization &gt;= 0.85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301752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8F8F8"/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66294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   Lift 3.1×   n=5,820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3474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risk_segment = 'High'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max_dpd_12m &gt;= 30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44348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8F8F8"/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629400" y="4544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   Lift 2.4×   n=3,450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892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utilization &gt;= 0.90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tenure_months &lt; 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EE1319E4-F5ED-2995-935E-7F90B015C2A8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720"/>
            <a:ext cx="12161520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Four building blocks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07889" y="1213267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09" y="1761907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90769" y="2767747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UniversalDataLoader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36489" y="3590707"/>
            <a:ext cx="2286000" cy="1097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CSV · Parquet · Excel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Arrow · Big Query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5634" y="120797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754" y="17373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38514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StrategicSegmentBuilder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84234" y="3566160"/>
            <a:ext cx="2286000" cy="1097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Finds high-lift rules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Outputs pure SQL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74497" y="1213267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17" y="173736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57377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StrategicSegmentScore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403097" y="3566160"/>
            <a:ext cx="2286000" cy="1097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Weights + deciles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JSON scorecard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21624" y="1213267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8370" y="173736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113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BigQueryFeatureSelector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3598" y="3566160"/>
            <a:ext cx="2286000" cy="1097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Screen IV in-cloud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Download only winners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F2D8A60-14FE-25F0-7BDF-54B908D76FC8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How it works — 6 steps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C1655505-2504-659F-2663-57714FE63B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2656549"/>
              </p:ext>
            </p:extLst>
          </p:nvPr>
        </p:nvGraphicFramePr>
        <p:xfrm>
          <a:off x="457199" y="1058643"/>
          <a:ext cx="11247121" cy="441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2" name="Text 21">
            <a:extLst>
              <a:ext uri="{FF2B5EF4-FFF2-40B4-BE49-F238E27FC236}">
                <a16:creationId xmlns:a16="http://schemas.microsoft.com/office/drawing/2014/main" id="{9D2AE154-835B-F95F-8C2F-F308FE19D31D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How we rank features — IV &amp; WOE (simple)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0" cy="2743200"/>
          </a:xfrm>
          <a:prstGeom prst="roundRect">
            <a:avLst>
              <a:gd name="adj" fmla="val 2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WOE  —  Weight of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more (or less) likely an event 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group compared with the average.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WOE = ln( % of non-events  /  % of events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WOE → safer group     Negative WOE → riskier group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731520"/>
            <a:ext cx="5486400" cy="2743200"/>
          </a:xfrm>
          <a:prstGeom prst="roundRect">
            <a:avLst>
              <a:gd name="adj" fmla="val 2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4652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 —  Information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useful is this whole feature 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events from non-events?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= Σ ( %non-events − %events ) × WOE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IV = stronger predictor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1247120" cy="2606040"/>
          </a:xfrm>
          <a:prstGeom prst="roundRect">
            <a:avLst>
              <a:gd name="adj" fmla="val 280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example — max_dpd_12m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Events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Non-events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526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(safer)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30–59 days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6032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days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6032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89120" y="5257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5257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(riskier)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≈ 0.70  →  Strong predictor  (rule of thumb: IV &gt; 0.30 is useful)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1748337A-9DB6-D81E-3A33-8198AD7FA44E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Why teams choose it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encoding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Categoricals stay categorical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09728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63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Multi-way rules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1-, 2-, 3-way via Apriori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22920" y="109728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463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overlap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1248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Hierarchical residual guarantees it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56616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SQL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3152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Teams &amp; production share one language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97680" y="356616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9319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Cloud-first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7200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Screen IV inside Big Query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138160" y="3566160"/>
            <a:ext cx="3611880" cy="2194560"/>
          </a:xfrm>
          <a:prstGeom prst="roundRect">
            <a:avLst>
              <a:gd name="adj" fmla="val 41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93192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41248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Explain why a feature was selected/not selected at each step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20E8900A-C795-FA3E-D70B-F9B52777C65D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A1A1A"/>
                </a:solidFill>
                <a:latin typeface="Georgia" panose="02040502050405020303" pitchFamily="18" charset="0"/>
                <a:cs typeface="Arial" pitchFamily="34" charset="-120"/>
              </a:rPr>
              <a:t>Just 5 lines of code to build Interpretable Segments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754"/>
            </a:avLst>
          </a:prstGeom>
          <a:solidFill>
            <a:srgbClr val="0A0A0A"/>
          </a:solidFill>
          <a:ln/>
        </p:spPr>
        <p:txBody>
          <a:bodyPr/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from rapidsegment import StrategicSegmentBuilder, StrategicSegmentScore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#Configure Experiment</a:t>
            </a:r>
          </a:p>
          <a:p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builder = </a:t>
            </a:r>
            <a:r>
              <a:rPr lang="en-US" sz="1600" b="1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StrategicSegmentBuilder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target="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default_flag",max_segments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=10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#Run Experiment – Build Segment</a:t>
            </a:r>
          </a:p>
          <a:p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segments = </a:t>
            </a:r>
            <a:r>
              <a:rPr lang="en-US" sz="1600" b="1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builder.extract_segments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data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endParaRPr lang="en-US" sz="1600" dirty="0">
              <a:solidFill>
                <a:srgbClr val="E2E8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E2E8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#View Segments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final_eval =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builder.evaluate_final_coverage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#Score on dataset</a:t>
            </a:r>
          </a:p>
          <a:p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scorer = </a:t>
            </a:r>
            <a:r>
              <a:rPr lang="en-US" sz="1600" b="1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StrategicSegmentScore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target_col="default_flag", primary_key="cust_id",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segment_cols=[...]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</a:p>
          <a:p>
            <a:endParaRPr lang="en-US" sz="1600" dirty="0">
              <a:solidFill>
                <a:srgbClr val="E2E8F0"/>
              </a:solidFill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E2E8F0"/>
              </a:solidFill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#Export Scores</a:t>
            </a:r>
          </a:p>
          <a:p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model = </a:t>
            </a:r>
            <a:r>
              <a:rPr lang="en-US" sz="1600" b="1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scorer.calculate_and_export_weights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df, "model.json"</a:t>
            </a: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21">
            <a:extLst>
              <a:ext uri="{FF2B5EF4-FFF2-40B4-BE49-F238E27FC236}">
                <a16:creationId xmlns:a16="http://schemas.microsoft.com/office/drawing/2014/main" id="{F4D80915-E962-C59B-D97E-48EE2B44A08D}"/>
              </a:ext>
            </a:extLst>
          </p:cNvPr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26720" y="110722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&amp; Explainability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426720" y="593302"/>
            <a:ext cx="11338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Complete</a:t>
            </a:r>
            <a:r>
              <a:rPr lang="en-US" sz="146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audit</a:t>
            </a:r>
            <a:r>
              <a:rPr lang="en-US" sz="146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trail for every extraction run</a:t>
            </a:r>
          </a:p>
        </p:txBody>
      </p:sp>
      <p:sp>
        <p:nvSpPr>
          <p:cNvPr id="6" name="Shape 4"/>
          <p:cNvSpPr/>
          <p:nvPr/>
        </p:nvSpPr>
        <p:spPr>
          <a:xfrm>
            <a:off x="426720" y="1240971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426720" y="1240971"/>
            <a:ext cx="121920" cy="9144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792480" y="1338507"/>
            <a:ext cx="1072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explain_feature_journey(feature)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792480" y="1704267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 feature across every residual iteration — why it was kept, dropped, or reused.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20" y="248256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426720" y="2482562"/>
            <a:ext cx="121920" cy="9144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792480" y="2580098"/>
            <a:ext cx="1072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explain_no_segments()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792480" y="2945858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report explaining why extraction stopped early or returned zero segments.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720" y="3696168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426720" y="3696168"/>
            <a:ext cx="121920" cy="9144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792480" y="3793704"/>
            <a:ext cx="1072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generate_feature_health_report()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792480" y="4159464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feature that determines response concentration. Useful in cases where feature variance in low or has NULL entries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720" y="493776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426720" y="4937760"/>
            <a:ext cx="121920" cy="9144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92480" y="5035296"/>
            <a:ext cx="1072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diagnostics_  +  candidate funnel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792480" y="5401056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showing Per-iteration record of candidates, near-misses, winning segment, and expansion stats.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RapidSegment  ·  Business Deck</a:t>
            </a:r>
            <a:endParaRPr lang="en-US" sz="933" dirty="0">
              <a:solidFill>
                <a:srgbClr val="C00000"/>
              </a:solidFill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B49873DE-27DD-4842-E2B3-683D63025AC4}"/>
              </a:ext>
            </a:extLst>
          </p:cNvPr>
          <p:cNvSpPr/>
          <p:nvPr/>
        </p:nvSpPr>
        <p:spPr>
          <a:xfrm>
            <a:off x="11338560" y="6601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explaining black boxes.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shipping readable rules.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High-lift segments → pure SQL → calibrated scorecard.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credit, and marketing can all act with confidence.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011680" cy="457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536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github.com/B2BDA/RapidSegment   ·   pip install rapidsegment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F2DD2E-9CC3-D55E-2A27-8C8A8D422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324" y="0"/>
            <a:ext cx="385967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1178</Words>
  <Application>Microsoft Office PowerPoint</Application>
  <PresentationFormat>Widescreen</PresentationFormat>
  <Paragraphs>231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Georgia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RapidSegment — HSBC Theme (Updated)</dc:title>
  <dc:subject>PptxGenJS Presentation</dc:subject>
  <dc:creator>RapidSegment</dc:creator>
  <cp:lastModifiedBy>BISHWARUP BISWAS</cp:lastModifiedBy>
  <cp:revision>1</cp:revision>
  <dcterms:created xsi:type="dcterms:W3CDTF">2026-08-01T07:19:51Z</dcterms:created>
  <dcterms:modified xsi:type="dcterms:W3CDTF">2026-08-15T14:24:07Z</dcterms:modified>
</cp:coreProperties>
</file>