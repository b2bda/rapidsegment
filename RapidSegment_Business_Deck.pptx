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segments. Production-ready SQL.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black-box trees.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011680" cy="4572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Segmentation &amp; Scorecard Engine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decision trees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tables, mixed sources, memory spikes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459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tax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2044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/ label encode kills meaning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459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Unreadable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508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depth 4 no one can explain it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96112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64592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root bias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8972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starts from the same variable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vs minutes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5029200"/>
          </a:xfrm>
          <a:prstGeom prst="rect">
            <a:avLst/>
          </a:prstGeom>
          <a:solidFill>
            <a:srgbClr val="8888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path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&amp; clean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Encode categoricals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Fit tree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Extract leaves manually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Residual loops ×4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Translate to SQL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4–12+ hours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17920" y="100584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005840"/>
            <a:ext cx="73152" cy="5029200"/>
          </a:xfrm>
          <a:prstGeom prst="rect">
            <a:avLst/>
          </a:prstGeom>
          <a:solidFill>
            <a:srgbClr val="DB001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path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with UniversalDataLoader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Native categoricals (no encode)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extract_segments() — one call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SQL filters produced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83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Scorecard JSON + weights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583680" y="5120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minutes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stakeholders actually see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9496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opaque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max_dpd_12m ≤ 15.5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util_avg ≤ 0.42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risk_seg = Low → Leaf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util_avg &gt; 0.42 → Leaf C/D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max_dpd_12m &gt; 15.5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util ≤ 0.71 → Leaf E/F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... 47 more nodes 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[unreadable]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539496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— readable 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D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709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   Lift 4.8×   n=2,140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057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max_dpd_12m &gt;= 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utilization &gt;= 0.85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01752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   Lift 3.1×   n=5,820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3474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risk_segment = 'High'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max_dpd_12m &gt;= 30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44348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544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   Lift 2.4×   n=3,450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892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 &gt;= 0.90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tenure_months &lt; 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rank features — IV &amp; WOE (simple)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31520"/>
            <a:ext cx="73152" cy="27432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  —  Weight of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more (or less) likely an event 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group compared with the average.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WOE = ln( % of non-events  /  % of events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WOE → safer group     Negative WOE → riskier group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73152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731520"/>
            <a:ext cx="73152" cy="27432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 —  Information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useful is this whole feature 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events from non-events?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= Σ ( %non-events − %events ) × WOE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IV = stronger predictor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1247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94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example — max_dpd_12m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Events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Non-events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526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(safer)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30–59 days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6032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days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5257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257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(riskier)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≈ 0.70  →  Strong predictor  (rule of thumb: IV &gt; 0.30 is useful)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6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&amp; Bin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+ Optimal Binning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37160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1-way → 2-way → 3-way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failures early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37160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444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size × lift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global champion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SQL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bins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SQL on residual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93192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matched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NULL-safe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93192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+ deciles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JSON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building blocks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37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UniversalDataLoader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· Parquet · Excel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· BigQuery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StrategicSegmentBuilder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high-lift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pure SQL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StrategicSegmentScore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+ deciles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scorecard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098280" y="118872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73736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BigQueryFeatureSelector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32688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IV in-cloud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only winners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vs RapidSegment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377440" cy="685800"/>
          </a:xfrm>
          <a:prstGeom prst="rect">
            <a:avLst/>
          </a:prstGeom>
          <a:solidFill>
            <a:srgbClr val="DB0011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914400"/>
            <a:ext cx="4206240" cy="685800"/>
          </a:xfrm>
          <a:prstGeom prst="rect">
            <a:avLst/>
          </a:prstGeom>
          <a:solidFill>
            <a:srgbClr val="DB0011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914400"/>
            <a:ext cx="4389120" cy="685800"/>
          </a:xfrm>
          <a:prstGeom prst="rect">
            <a:avLst/>
          </a:prstGeom>
          <a:solidFill>
            <a:srgbClr val="DB0011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6002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accuracy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1600200"/>
            <a:ext cx="4389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segments + SQL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3774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34640" y="2286000"/>
            <a:ext cx="42062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tree paths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2286000"/>
            <a:ext cx="438912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multi-way SQL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29718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Path-exclusive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2971800"/>
            <a:ext cx="4389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residual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23774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34640" y="3657600"/>
            <a:ext cx="42062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object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3657600"/>
            <a:ext cx="438912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SQL + JSON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834640" y="43434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180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API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4343400"/>
            <a:ext cx="4389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into rules engine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5029200"/>
            <a:ext cx="23774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834640" y="5029200"/>
            <a:ext cx="420624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71800" y="5166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work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040880" y="5029200"/>
            <a:ext cx="438912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5166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teams choose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encoding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Categoricals stay categorical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Multi-way rules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1-, 2-, 3-way via Apriori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63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overlap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1248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residual guarantees it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SQL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3152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production share one language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9768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9319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Cloud-first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IV inside BigQuery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13816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93192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41248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explain_feature_journey()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scorecard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754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rapidsegment import StrategicSegmentBuilder, StrategicSegmentScore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StrategicSegmentBuilder(target="default_flag", max_segments=5)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 = builder.extract_segments(data)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 = StrategicSegmentScore(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target_col="default_flag", primary_key="cust_id",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segment_cols=[...], weight_type="ln_response"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scorer.calculate_and_export_weights(df, "model.json")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weights (latest)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weight_type = "response"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response_rate × 100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head-hunting high-risk pockets.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weight_type = "ln_response"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(log)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ln(response_rate) × 100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fair ranking across segments.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explaining black boxes.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shipping readable rules.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High-lift segments → pure SQL → calibrated scorecard.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credit, and marketing can all act with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011680" cy="4572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github.com/B2BDA/RapidSegment   ·   pip install rapidsegment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RapidSegment — HSBC Theme (Updated)</dc:title>
  <dc:subject>PptxGenJS Presentation</dc:subject>
  <dc:creator>RapidSegment</dc:creator>
  <cp:lastModifiedBy>RapidSegment</cp:lastModifiedBy>
  <cp:revision>1</cp:revision>
  <dcterms:created xsi:type="dcterms:W3CDTF">2026-08-01T07:19:51Z</dcterms:created>
  <dcterms:modified xsi:type="dcterms:W3CDTF">2026-08-01T07:19:51Z</dcterms:modified>
</cp:coreProperties>
</file>